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4"/>
  </p:sldMasterIdLst>
  <p:notesMasterIdLst>
    <p:notesMasterId r:id="rId32"/>
  </p:notesMasterIdLst>
  <p:handoutMasterIdLst>
    <p:handoutMasterId r:id="rId33"/>
  </p:handoutMasterIdLst>
  <p:sldIdLst>
    <p:sldId id="671" r:id="rId5"/>
    <p:sldId id="672" r:id="rId6"/>
    <p:sldId id="673" r:id="rId7"/>
    <p:sldId id="674" r:id="rId8"/>
    <p:sldId id="677" r:id="rId9"/>
    <p:sldId id="675" r:id="rId10"/>
    <p:sldId id="676" r:id="rId11"/>
    <p:sldId id="678" r:id="rId12"/>
    <p:sldId id="679" r:id="rId13"/>
    <p:sldId id="680" r:id="rId14"/>
    <p:sldId id="681" r:id="rId15"/>
    <p:sldId id="682" r:id="rId16"/>
    <p:sldId id="683" r:id="rId17"/>
    <p:sldId id="684" r:id="rId18"/>
    <p:sldId id="685" r:id="rId19"/>
    <p:sldId id="686" r:id="rId20"/>
    <p:sldId id="687" r:id="rId21"/>
    <p:sldId id="688" r:id="rId22"/>
    <p:sldId id="689" r:id="rId23"/>
    <p:sldId id="690" r:id="rId24"/>
    <p:sldId id="691" r:id="rId25"/>
    <p:sldId id="692" r:id="rId26"/>
    <p:sldId id="693" r:id="rId27"/>
    <p:sldId id="694" r:id="rId28"/>
    <p:sldId id="695" r:id="rId29"/>
    <p:sldId id="696" r:id="rId30"/>
    <p:sldId id="697" r:id="rId31"/>
  </p:sldIdLst>
  <p:sldSz cx="12192000" cy="6858000"/>
  <p:notesSz cx="7010400" cy="9296400"/>
  <p:custDataLst>
    <p:tags r:id="rId34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F95C913-7658-09D2-9FB6-6A0723661325}" name="Jan Weser" initials="JW" userId="S::jan.weser@koerber.com::e9d300bb-0184-4587-94dc-715af8e041db" providerId="AD"/>
  <p188:author id="{9A47F71C-B364-59FA-6692-D57E4738A5F7}" name="Paula Hentges" initials="PH" userId="S::paula.hentges@koerber.com::88fa869a-c4e2-4a35-b4d3-1f524469474a" providerId="AD"/>
  <p188:author id="{D1C85928-FC48-9405-BBFF-5733BA9F2E63}" name="Lena Wouters" initials="LW" userId="S::lena.wouters@Koerber.com::5e5af90f-17ea-4289-9284-c16839a9ee3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0ECE6"/>
    <a:srgbClr val="F0ECE5"/>
    <a:srgbClr val="81C0FF"/>
    <a:srgbClr val="2345AB"/>
    <a:srgbClr val="2345A8"/>
    <a:srgbClr val="0060FF"/>
    <a:srgbClr val="FE8623"/>
    <a:srgbClr val="FF0066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BF935-A24E-4662-804D-81136B5353BF}" v="734" dt="2025-10-23T12:47:54.084"/>
    <p1510:client id="{C01DD4CA-2584-4D4A-8D86-FAB964274AE2}" v="14" dt="2025-10-23T13:31:00.090"/>
    <p1510:client id="{E73ACA87-6029-ED47-9334-8B18BA0C2057}" v="12" dt="2025-10-22T15:38:50.615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tags" Target="tags/tag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83990-11A4-4591-BB2E-8B9EBF45D776}" type="datetimeFigureOut">
              <a:rPr lang="en-US" smtClean="0">
                <a:latin typeface="Arial" panose="020B0604020202020204" pitchFamily="34" charset="0"/>
              </a:rPr>
              <a:t>11/10/2025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970A6C-A967-4BE9-9801-C835F295E7F4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3390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B525F1B7-D9C1-4048-B20A-C8895EC064A8}" type="datetimeFigureOut">
              <a:rPr lang="en-US" smtClean="0"/>
              <a:pPr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73892"/>
            <a:ext cx="5608320" cy="366045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8"/>
            <a:ext cx="3037840" cy="466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59583F78-C84D-44B5-BACE-07816AF646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98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928" userDrawn="1">
          <p15:clr>
            <a:srgbClr val="F26B43"/>
          </p15:clr>
        </p15:guide>
        <p15:guide id="2" pos="2208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35" name="Text Placeholder 41"/>
          <p:cNvSpPr>
            <a:spLocks noGrp="1"/>
          </p:cNvSpPr>
          <p:nvPr>
            <p:ph type="body" sz="quarter" idx="14"/>
          </p:nvPr>
        </p:nvSpPr>
        <p:spPr>
          <a:xfrm>
            <a:off x="336000" y="4438800"/>
            <a:ext cx="11521038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6" name="Title 1"/>
          <p:cNvSpPr>
            <a:spLocks noGrp="1"/>
          </p:cNvSpPr>
          <p:nvPr>
            <p:ph type="ctrTitle" hasCustomPrompt="1"/>
          </p:nvPr>
        </p:nvSpPr>
        <p:spPr>
          <a:xfrm>
            <a:off x="334963" y="1882800"/>
            <a:ext cx="11520000" cy="1978248"/>
          </a:xfrm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2" name="Freeform 45">
            <a:extLst>
              <a:ext uri="{FF2B5EF4-FFF2-40B4-BE49-F238E27FC236}">
                <a16:creationId xmlns:a16="http://schemas.microsoft.com/office/drawing/2014/main" id="{F83F4120-7126-6700-FD9E-C47C76DC6CD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245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11520000" cy="1978248"/>
          </a:xfrm>
          <a:effectLst/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C9833480-6C3A-4A6E-AF00-1D7029C1D0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000" y="4438800"/>
            <a:ext cx="11521038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45">
            <a:extLst>
              <a:ext uri="{FF2B5EF4-FFF2-40B4-BE49-F238E27FC236}">
                <a16:creationId xmlns:a16="http://schemas.microsoft.com/office/drawing/2014/main" id="{1571A412-3EC2-DD90-C97D-C3270175FC0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993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11520000" cy="1978248"/>
          </a:xfrm>
          <a:effectLst/>
        </p:spPr>
        <p:txBody>
          <a:bodyPr vert="horz" anchor="t"/>
          <a:lstStyle>
            <a:lvl1pPr algn="l">
              <a:defRPr sz="70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C3AAA886-611F-4269-8775-447A3EAE45E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6000" y="4438800"/>
            <a:ext cx="11521038" cy="1619100"/>
          </a:xfrm>
        </p:spPr>
        <p:txBody>
          <a:bodyPr/>
          <a:lstStyle>
            <a:lvl1pPr marL="0" indent="0">
              <a:buNone/>
              <a:defRPr sz="16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7B00D6D-E30B-7E9D-EF23-351DB801CEA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288752" y="403200"/>
            <a:ext cx="984088" cy="578875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37878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C0E350A4-4E57-707E-56B7-79EC7A9EF3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8738154" cy="1978248"/>
          </a:xfrm>
          <a:effectLst/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C9833480-6C3A-4A6E-AF00-1D7029C1D00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999" y="4438800"/>
            <a:ext cx="8738941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reeform 45">
            <a:extLst>
              <a:ext uri="{FF2B5EF4-FFF2-40B4-BE49-F238E27FC236}">
                <a16:creationId xmlns:a16="http://schemas.microsoft.com/office/drawing/2014/main" id="{1571A412-3EC2-DD90-C97D-C3270175FC0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60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ight Gradient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BEDD68-8F9E-149A-F04F-C91E42C0760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8832304" y="6094800"/>
            <a:ext cx="3024734" cy="360000"/>
          </a:xfrm>
          <a:effectLst/>
        </p:spPr>
        <p:txBody>
          <a:bodyPr anchor="b"/>
          <a:lstStyle>
            <a:lvl1pPr algn="r">
              <a:defRPr sz="1200" b="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334961" y="6094800"/>
            <a:ext cx="8424000" cy="360000"/>
          </a:xfrm>
          <a:effectLst/>
        </p:spPr>
        <p:txBody>
          <a:bodyPr anchor="b"/>
          <a:lstStyle>
            <a:lvl1pPr>
              <a:defRPr sz="1200" b="0"/>
            </a:lvl1pPr>
          </a:lstStyle>
          <a:p>
            <a:pPr lvl="0"/>
            <a:r>
              <a:rPr lang="en-US"/>
              <a:t>Day Month Year, Location</a:t>
            </a:r>
          </a:p>
        </p:txBody>
      </p:sp>
      <p:sp>
        <p:nvSpPr>
          <p:cNvPr id="3" name="Freeform 45">
            <a:extLst>
              <a:ext uri="{FF2B5EF4-FFF2-40B4-BE49-F238E27FC236}">
                <a16:creationId xmlns:a16="http://schemas.microsoft.com/office/drawing/2014/main" id="{1571A412-3EC2-DD90-C97D-C3270175FC0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auto">
          <a:xfrm>
            <a:off x="288000" y="403200"/>
            <a:ext cx="983752" cy="578875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CC02B1-002A-0715-6B3B-D427321605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4962" y="1882800"/>
            <a:ext cx="8738154" cy="1978248"/>
          </a:xfrm>
          <a:effectLst/>
        </p:spPr>
        <p:txBody>
          <a:bodyPr vert="horz" anchor="t"/>
          <a:lstStyle>
            <a:lvl1pPr algn="l">
              <a:defRPr sz="7000" b="0" baseline="0">
                <a:latin typeface="+mj-lt"/>
              </a:defRPr>
            </a:lvl1pPr>
          </a:lstStyle>
          <a:p>
            <a:r>
              <a:rPr lang="en-US"/>
              <a:t>Enter a meaningful presentation title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8EC6B93-9B64-57DE-3F84-D5AA127D54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5999" y="4438800"/>
            <a:ext cx="8738941" cy="16191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443798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72BC1B25-0833-B5C7-06FE-16D8BFB4B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43294"/>
            <a:ext cx="5761037" cy="779089"/>
          </a:xfrm>
        </p:spPr>
        <p:txBody>
          <a:bodyPr>
            <a:noAutofit/>
          </a:bodyPr>
          <a:lstStyle>
            <a:lvl1pPr>
              <a:defRPr sz="4300" b="0" baseline="0"/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7CB51AC0-E7EC-9E14-E326-DD94260D818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064" y="190118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9FF8391B-BDFA-F277-6C61-37579671AEB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68109" y="1901184"/>
            <a:ext cx="4627891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1129DF4E-0D42-E8AE-9437-E4AEA866564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7064" y="242229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91BDF288-8CEF-15AA-B583-4E53622F64B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8109" y="242229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D845EBED-7503-D6AF-14C6-0AD2E79F9C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7064" y="2943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C94CA1B9-B52D-FBF2-FBDD-F4C37289EAC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8109" y="294340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BF8BC7D8-1356-8BD9-BC09-8483430249D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7064" y="346482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4668AD01-C4E7-CAC6-1C23-6EE9EAAF319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68109" y="346482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8CCE79E5-91C0-4D2D-833C-D915336CF84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7064" y="397958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0156149E-D920-7B12-B277-0690A4CEE0C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468109" y="397958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47" name="Text Placeholder 18">
            <a:extLst>
              <a:ext uri="{FF2B5EF4-FFF2-40B4-BE49-F238E27FC236}">
                <a16:creationId xmlns:a16="http://schemas.microsoft.com/office/drawing/2014/main" id="{BFB79258-F265-C033-A5D3-69C1FFD7879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8" name="Text Placeholder 12">
            <a:extLst>
              <a:ext uri="{FF2B5EF4-FFF2-40B4-BE49-F238E27FC236}">
                <a16:creationId xmlns:a16="http://schemas.microsoft.com/office/drawing/2014/main" id="{61A2795B-592D-4089-61D7-5F4BEECCF0B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9" name="Date Placeholder 1">
            <a:extLst>
              <a:ext uri="{FF2B5EF4-FFF2-40B4-BE49-F238E27FC236}">
                <a16:creationId xmlns:a16="http://schemas.microsoft.com/office/drawing/2014/main" id="{B06BB4C4-7416-DC17-867D-CBCC9E148129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50" name="Footer Placeholder 8">
            <a:extLst>
              <a:ext uri="{FF2B5EF4-FFF2-40B4-BE49-F238E27FC236}">
                <a16:creationId xmlns:a16="http://schemas.microsoft.com/office/drawing/2014/main" id="{74F51FA9-3FC3-800A-C241-638F576D7BC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10">
            <a:extLst>
              <a:ext uri="{FF2B5EF4-FFF2-40B4-BE49-F238E27FC236}">
                <a16:creationId xmlns:a16="http://schemas.microsoft.com/office/drawing/2014/main" id="{50D51244-7132-47E2-705B-EE88ACDEAF6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6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5" orient="horz" pos="1185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2D72A5-1466-4F7B-CB79-A2D944DE62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43294"/>
            <a:ext cx="5761037" cy="779089"/>
          </a:xfrm>
        </p:spPr>
        <p:txBody>
          <a:bodyPr>
            <a:noAutofit/>
          </a:bodyPr>
          <a:lstStyle>
            <a:lvl1pPr>
              <a:defRPr sz="4300" b="0" baseline="0"/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296A7CA-91A3-5022-44E7-3C59B68E10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064" y="190118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5F68D4C8-DB61-9612-B788-71B0903BBDE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68109" y="1901184"/>
            <a:ext cx="4627891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B27A40-C068-EDFE-2A8C-61592032B8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7064" y="242229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F26F993-1781-43B6-BD25-03CDA6B541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8109" y="242229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315BE34-91E0-D58A-F7AE-BC5368F346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7064" y="2943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17E9FD8-8B23-CBDF-3061-B0BCAA67AFC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8109" y="294340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8C65F84-E242-6CBD-4049-1E7CFDC6773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7064" y="346482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885029A-28C2-8BA4-A2D1-F9A581FF3C1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68109" y="346482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C5EBCD12-2360-E935-5237-D7E12F0BE21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7064" y="397958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273EAD7-5501-A844-3874-E2AC2064238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468109" y="397958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</p:spTree>
    <p:extLst>
      <p:ext uri="{BB962C8B-B14F-4D97-AF65-F5344CB8AC3E}">
        <p14:creationId xmlns:p14="http://schemas.microsoft.com/office/powerpoint/2010/main" val="1589293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orient="horz" pos="1185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227C3-1EA7-4F10-6A30-FD6BDF984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2" y="343294"/>
            <a:ext cx="5761037" cy="779089"/>
          </a:xfrm>
        </p:spPr>
        <p:txBody>
          <a:bodyPr>
            <a:noAutofit/>
          </a:bodyPr>
          <a:lstStyle>
            <a:lvl1pPr>
              <a:defRPr sz="4300" b="0" baseline="0"/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D1493C2-9149-9827-3873-95EB156383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064" y="190118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33CC60A-F3BD-CA8F-9FE0-E81C32D2E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68109" y="1901184"/>
            <a:ext cx="4627891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ABAECF5E-5E0E-9122-35A6-FA8AB24DBD5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7064" y="242229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D250B1-D0B7-35CD-EA91-04C5F22327F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468109" y="242229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C5CC186-D040-410A-852F-A8CF04D17E8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57064" y="2943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E34D53C9-672C-46E9-2AFB-C7A5DFD3853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468109" y="2943403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41A0D24-DA77-0456-2EF1-49B3333F9F5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57064" y="346482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9A3551C-28AF-7764-76E0-5A2AE3671C2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68109" y="346482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DAF53431-F105-CBF6-4E8B-F92D8234922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57064" y="397958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2D29A31-F0AE-441B-0E46-B0B0AD4A102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468109" y="3979580"/>
            <a:ext cx="4627891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</p:spTree>
    <p:extLst>
      <p:ext uri="{BB962C8B-B14F-4D97-AF65-F5344CB8AC3E}">
        <p14:creationId xmlns:p14="http://schemas.microsoft.com/office/powerpoint/2010/main" val="62333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orient="horz" pos="1185" userDrawn="1">
          <p15:clr>
            <a:srgbClr val="FBAE40"/>
          </p15:clr>
        </p15:guide>
        <p15:guide id="7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80275E-5E6D-7B86-A447-3AD3D251A5E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29139" y="34329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94497-B20D-FB7A-6C9A-833DE364C8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0184" y="343294"/>
            <a:ext cx="4880304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FFCEC4-4F79-09FF-36BD-04CC454D468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29139" y="864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33EE8B2-C29E-C904-1D21-21A2B543DB9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40184" y="86440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F2D3E8B-1176-78DA-6FCD-91270052992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29139" y="138551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DCBB10-0020-5B5F-4267-7F2E43B6BD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40184" y="138551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BECB3D8-53A6-2C06-A6A3-92AAD4C1E6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29139" y="190693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057A385-DBC3-5F93-E525-FEB957ED9E2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40184" y="190693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87962B3-9279-16F3-42E4-00C9ABC36D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29139" y="242169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878E65-4C90-F59C-637F-61BFEE2608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40184" y="242169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6418AE1-31AE-3E30-07F1-47B64B2028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949766" y="2646011"/>
            <a:ext cx="5714605" cy="1109171"/>
          </a:xfrm>
        </p:spPr>
        <p:txBody>
          <a:bodyPr>
            <a:noAutofit/>
          </a:bodyPr>
          <a:lstStyle>
            <a:lvl1pPr algn="r">
              <a:defRPr sz="8000" b="0" baseline="0"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937639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orient="horz" pos="210" userDrawn="1">
          <p15:clr>
            <a:srgbClr val="FBAE40"/>
          </p15:clr>
        </p15:guide>
        <p15:guide id="3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80275E-5E6D-7B86-A447-3AD3D251A5E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29139" y="34329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94497-B20D-FB7A-6C9A-833DE364C8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0184" y="343294"/>
            <a:ext cx="4880304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FFCEC4-4F79-09FF-36BD-04CC454D468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29139" y="864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33EE8B2-C29E-C904-1D21-21A2B543DB9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40184" y="86440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F2D3E8B-1176-78DA-6FCD-91270052992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29139" y="138551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DCBB10-0020-5B5F-4267-7F2E43B6BD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40184" y="138551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BECB3D8-53A6-2C06-A6A3-92AAD4C1E6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29139" y="190693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057A385-DBC3-5F93-E525-FEB957ED9E2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40184" y="190693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87962B3-9279-16F3-42E4-00C9ABC36D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29139" y="242169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878E65-4C90-F59C-637F-61BFEE2608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40184" y="242169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6418AE1-31AE-3E30-07F1-47B64B2028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949766" y="2646011"/>
            <a:ext cx="5714605" cy="1109171"/>
          </a:xfrm>
        </p:spPr>
        <p:txBody>
          <a:bodyPr>
            <a:noAutofit/>
          </a:bodyPr>
          <a:lstStyle>
            <a:lvl1pPr algn="r">
              <a:defRPr sz="8000" b="0" baseline="0"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49362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80275E-5E6D-7B86-A447-3AD3D251A5E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29139" y="343294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294497-B20D-FB7A-6C9A-833DE364C8B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40184" y="343294"/>
            <a:ext cx="4880304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FFCEC4-4F79-09FF-36BD-04CC454D468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029139" y="86440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02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33EE8B2-C29E-C904-1D21-21A2B543DB9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140184" y="86440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DF2D3E8B-1176-78DA-6FCD-91270052992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029139" y="1385513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03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8DCBB10-0020-5B5F-4267-7F2E43B6BDC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40184" y="1385513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BECB3D8-53A6-2C06-A6A3-92AAD4C1E6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029139" y="190693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04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057A385-DBC3-5F93-E525-FEB957ED9E2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140184" y="190693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787962B3-9279-16F3-42E4-00C9ABC36D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29139" y="2421690"/>
            <a:ext cx="911762" cy="439314"/>
          </a:xfrm>
        </p:spPr>
        <p:txBody>
          <a:bodyPr anchor="ctr"/>
          <a:lstStyle>
            <a:lvl1pPr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05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F6878E65-4C90-F59C-637F-61BFEE2608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140184" y="2421690"/>
            <a:ext cx="4880304" cy="439314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Page title lorem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66418AE1-31AE-3E30-07F1-47B64B2028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949766" y="2646011"/>
            <a:ext cx="5714605" cy="1109171"/>
          </a:xfrm>
        </p:spPr>
        <p:txBody>
          <a:bodyPr>
            <a:noAutofit/>
          </a:bodyPr>
          <a:lstStyle>
            <a:lvl1pPr algn="r">
              <a:defRPr sz="8000" b="0" baseline="0"/>
            </a:lvl1pPr>
          </a:lstStyle>
          <a:p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9150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11140130" cy="879564"/>
          </a:xfrm>
        </p:spPr>
        <p:txBody>
          <a:bodyPr anchor="t">
            <a:noAutofit/>
          </a:bodyPr>
          <a:lstStyle>
            <a:lvl1pPr>
              <a:defRPr sz="4800" b="0" baseline="0"/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5435AB9-12FB-BB48-C5ED-901700158B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11140130" cy="178911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60617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>
          <p15:clr>
            <a:srgbClr val="FBAE40"/>
          </p15:clr>
        </p15:guide>
        <p15:guide id="7" orient="horz" pos="15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8767177" cy="879564"/>
          </a:xfrm>
        </p:spPr>
        <p:txBody>
          <a:bodyPr anchor="t">
            <a:noAutofit/>
          </a:bodyPr>
          <a:lstStyle>
            <a:lvl1pPr>
              <a:defRPr sz="4800" b="0" baseline="0"/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5435AB9-12FB-BB48-C5ED-901700158B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5380130" cy="178911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999289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 userDrawn="1">
          <p15:clr>
            <a:srgbClr val="FBAE40"/>
          </p15:clr>
        </p15:guide>
        <p15:guide id="7" orient="horz" pos="1548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11141168" cy="879564"/>
          </a:xfrm>
        </p:spPr>
        <p:txBody>
          <a:bodyPr anchor="t">
            <a:noAutofit/>
          </a:bodyPr>
          <a:lstStyle>
            <a:lvl1pPr>
              <a:defRPr sz="4800" b="0" baseline="0"/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85435AB9-12FB-BB48-C5ED-901700158BD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11141168" cy="178911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921787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>
          <p15:clr>
            <a:srgbClr val="FBAE40"/>
          </p15:clr>
        </p15:guide>
        <p15:guide id="7" orient="horz" pos="1548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11E11-2C16-4961-D363-F7BF6402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870" y="1577886"/>
            <a:ext cx="11140130" cy="879564"/>
          </a:xfrm>
        </p:spPr>
        <p:txBody>
          <a:bodyPr anchor="t">
            <a:noAutofit/>
          </a:bodyPr>
          <a:lstStyle>
            <a:lvl1pPr>
              <a:defRPr sz="48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Click to add section title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8E099201-B057-9D9C-7F14-6F396658859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15870" y="3043099"/>
            <a:ext cx="11140130" cy="1789112"/>
          </a:xfrm>
        </p:spPr>
        <p:txBody>
          <a:bodyPr/>
          <a:lstStyle>
            <a:lvl1pPr>
              <a:defRPr sz="18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>
              <a:defRPr sz="18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2pPr>
            <a:lvl3pPr>
              <a:defRPr sz="18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119253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548" userDrawn="1">
          <p15:clr>
            <a:srgbClr val="FBAE40"/>
          </p15:clr>
        </p15:guide>
        <p15:guide id="4" orient="horz" pos="98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529573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981">
          <p15:clr>
            <a:srgbClr val="FBAE40"/>
          </p15:clr>
        </p15:guide>
        <p15:guide id="7" orient="horz" pos="1548">
          <p15:clr>
            <a:srgbClr val="FBAE40"/>
          </p15:clr>
        </p15:guide>
        <p15:guide id="8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 with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F42FA97-B192-4CB4-AECC-A894A35CC21C}" type="datetime3">
              <a:rPr lang="en-US" smtClean="0"/>
              <a:pPr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</p:spPr>
        <p:txBody>
          <a:bodyPr anchor="t">
            <a:noAutofit/>
          </a:bodyPr>
          <a:lstStyle>
            <a:lvl1pPr>
              <a:defRPr sz="24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90095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1321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 Dark Gradi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9684435" cy="320400"/>
          </a:xfrm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9684435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86424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ighligh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00EBF30-ACCA-ABD2-F8BF-25360921A0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DEB9D05C-FFA8-FD76-3763-F8748A900F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354090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  <p15:guide id="7" orient="horz" pos="1321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ighlight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A0FBD50-F6FA-090A-B5D2-F7377022C3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334800"/>
            <a:ext cx="11521037" cy="320400"/>
          </a:xfrm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 anchor="t">
            <a:noAutofit/>
          </a:bodyPr>
          <a:lstStyle>
            <a:lvl1pPr>
              <a:defRPr sz="2400" b="0" baseline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755F1C3B-751A-EF20-B06F-988268229B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21037" cy="252413"/>
          </a:xfrm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D85ECA95-A764-B69F-315F-B21269E929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5990" y="2130676"/>
            <a:ext cx="5930058" cy="3732385"/>
          </a:xfrm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 anchor="ctr"/>
          <a:lstStyle>
            <a:lvl1pPr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5F13899C-89E9-8C2F-3DF7-72EB2091645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9" name="Footer Placeholder 14">
            <a:extLst>
              <a:ext uri="{FF2B5EF4-FFF2-40B4-BE49-F238E27FC236}">
                <a16:creationId xmlns:a16="http://schemas.microsoft.com/office/drawing/2014/main" id="{D34F043C-A4A5-AECC-8EDE-A3B3FBE9BAB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13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321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m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A0FBD0FD-65C8-12FF-7EF2-93A7A5C02A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B803986-90B7-C28E-DA82-3F6498D04DA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/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930561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pos="1232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A0FBD0FD-65C8-12FF-7EF2-93A7A5C02A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/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789C90-D9EA-C2FC-B34F-B12B266D2B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/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83459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pos="1232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me with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F42FA97-B192-4CB4-AECC-A894A35CC21C}" type="datetime3">
              <a:rPr lang="en-US" smtClean="0"/>
              <a:pPr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A0FBD0FD-65C8-12FF-7EF2-93A7A5C02AB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26789C90-D9EA-C2FC-B34F-B12B266D2B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10977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  <p15:guide id="7" orient="horz" pos="1321" userDrawn="1">
          <p15:clr>
            <a:srgbClr val="FBAE40"/>
          </p15:clr>
        </p15:guide>
        <p15:guide id="8" pos="3840" userDrawn="1">
          <p15:clr>
            <a:srgbClr val="FBAE40"/>
          </p15:clr>
        </p15:guide>
        <p15:guide id="9" pos="1232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name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7776377C-8711-DB16-FA51-810D57F525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2130676"/>
            <a:ext cx="5761038" cy="3732385"/>
          </a:xfrm>
        </p:spPr>
        <p:txBody>
          <a:bodyPr anchor="ctr"/>
          <a:lstStyle>
            <a:lvl1pPr algn="r">
              <a:spcBef>
                <a:spcPts val="0"/>
              </a:spcBef>
              <a:defRPr sz="350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02</a:t>
            </a:r>
            <a:endParaRPr lang="en-PT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EA1F260-0BFB-2D9F-9CA3-D9ADF00BD1A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rot="16200000">
            <a:off x="-1579298" y="2285738"/>
            <a:ext cx="5472872" cy="1608375"/>
          </a:xfrm>
        </p:spPr>
        <p:txBody>
          <a:bodyPr/>
          <a:lstStyle>
            <a:lvl1pPr algn="r">
              <a:lnSpc>
                <a:spcPct val="70000"/>
              </a:lnSpc>
              <a:spcBef>
                <a:spcPts val="0"/>
              </a:spcBef>
              <a:defRPr sz="80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Section name</a:t>
            </a:r>
            <a:endParaRPr lang="en-PT"/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45E77774-2FAC-1E19-3B23-4EE43C40C0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9" name="Footer Placeholder 14">
            <a:extLst>
              <a:ext uri="{FF2B5EF4-FFF2-40B4-BE49-F238E27FC236}">
                <a16:creationId xmlns:a16="http://schemas.microsoft.com/office/drawing/2014/main" id="{AD72434B-B13B-257B-40FC-54B49F51903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2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321" userDrawn="1">
          <p15:clr>
            <a:srgbClr val="FBAE40"/>
          </p15:clr>
        </p15:guide>
        <p15:guide id="4" orient="horz" pos="210" userDrawn="1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pos="1232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Headlin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4E82BA7-54CE-EBDD-DC75-D2B97BCC8E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896E85BA-C9F4-24D6-9DA8-CB2308F1285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3F7016-D7E5-2294-D07C-5FD5A6D7E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1165006"/>
            <a:ext cx="9684436" cy="1440000"/>
          </a:xfrm>
          <a:effectLst/>
        </p:spPr>
        <p:txBody>
          <a:bodyPr>
            <a:noAutofit/>
          </a:bodyPr>
          <a:lstStyle>
            <a:lvl1pPr>
              <a:defRPr sz="115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Short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1420BCC-7E6C-560B-75DE-CB1D7E0831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4353" y="2422044"/>
            <a:ext cx="7051647" cy="1440000"/>
          </a:xfr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defRPr sz="115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offset style</a:t>
            </a:r>
            <a:endParaRPr lang="en-PT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9755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319" userDrawn="1">
          <p15:clr>
            <a:srgbClr val="FBAE40"/>
          </p15:clr>
        </p15:guide>
        <p15:guide id="4" orient="horz" pos="1502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ighlight Headline 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45">
            <a:extLst>
              <a:ext uri="{FF2B5EF4-FFF2-40B4-BE49-F238E27FC236}">
                <a16:creationId xmlns:a16="http://schemas.microsoft.com/office/drawing/2014/main" id="{6EC38928-FE4E-A81A-2965-F87A6F2826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4E82BA7-54CE-EBDD-DC75-D2B97BCC8E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896E85BA-C9F4-24D6-9DA8-CB2308F1285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C3F7016-D7E5-2294-D07C-5FD5A6D7E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1" y="1165006"/>
            <a:ext cx="9684436" cy="1440000"/>
          </a:xfrm>
          <a:effectLst/>
        </p:spPr>
        <p:txBody>
          <a:bodyPr>
            <a:noAutofit/>
          </a:bodyPr>
          <a:lstStyle>
            <a:lvl1pPr>
              <a:defRPr sz="11500" b="0" baseline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Short headline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1420BCC-7E6C-560B-75DE-CB1D7E0831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4353" y="2422044"/>
            <a:ext cx="7051647" cy="1440000"/>
          </a:xfrm>
        </p:spPr>
        <p:txBody>
          <a:bodyPr/>
          <a:lstStyle>
            <a:lvl1pPr algn="l">
              <a:lnSpc>
                <a:spcPct val="90000"/>
              </a:lnSpc>
              <a:spcBef>
                <a:spcPts val="0"/>
              </a:spcBef>
              <a:defRPr sz="115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GB"/>
              <a:t>offset style</a:t>
            </a:r>
            <a:endParaRPr lang="en-PT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4FDD05B6-E6E0-95BC-BB90-5D68F7C65A0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749158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2319">
          <p15:clr>
            <a:srgbClr val="FBAE40"/>
          </p15:clr>
        </p15:guide>
        <p15:guide id="4" orient="horz" pos="150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0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3" y="1376363"/>
            <a:ext cx="11520487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06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 anchor="t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94C451D-1C3F-49B7-B354-ADD89E33A0D8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5"/>
          </p:nvPr>
        </p:nvSpPr>
        <p:spPr>
          <a:xfrm>
            <a:off x="336550" y="1773238"/>
            <a:ext cx="11518900" cy="4284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6262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Confidential / Draft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BAC261-12D6-4DE2-B48F-FD5C1DE68B38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/>
          </p:nvPr>
        </p:nvSpPr>
        <p:spPr>
          <a:xfrm>
            <a:off x="334963" y="1376363"/>
            <a:ext cx="11520487" cy="4681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6613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X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2E4E49F-761C-409E-AAAE-573FA67E0108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25"/>
          </p:nvPr>
        </p:nvSpPr>
        <p:spPr>
          <a:xfrm>
            <a:off x="336550" y="1773238"/>
            <a:ext cx="11520488" cy="4284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80169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82E32B-733E-309F-5890-40E2C1272E0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reeform 146">
            <a:extLst>
              <a:ext uri="{FF2B5EF4-FFF2-40B4-BE49-F238E27FC236}">
                <a16:creationId xmlns:a16="http://schemas.microsoft.com/office/drawing/2014/main" id="{D443723F-D0C0-FA6E-41FC-3902B7A16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8" name="Text Placeholder 18">
            <a:extLst>
              <a:ext uri="{FF2B5EF4-FFF2-40B4-BE49-F238E27FC236}">
                <a16:creationId xmlns:a16="http://schemas.microsoft.com/office/drawing/2014/main" id="{10FF3953-52EA-10EA-D107-06E8198B52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845811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9" name="Text Placeholder 12">
            <a:extLst>
              <a:ext uri="{FF2B5EF4-FFF2-40B4-BE49-F238E27FC236}">
                <a16:creationId xmlns:a16="http://schemas.microsoft.com/office/drawing/2014/main" id="{BDE545E0-742E-0A2A-D043-6C485D487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0" name="Date Placeholder 1">
            <a:extLst>
              <a:ext uri="{FF2B5EF4-FFF2-40B4-BE49-F238E27FC236}">
                <a16:creationId xmlns:a16="http://schemas.microsoft.com/office/drawing/2014/main" id="{2327A76A-1C97-6E7F-B293-9CBD2B61BDA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41" name="Footer Placeholder 8">
            <a:extLst>
              <a:ext uri="{FF2B5EF4-FFF2-40B4-BE49-F238E27FC236}">
                <a16:creationId xmlns:a16="http://schemas.microsoft.com/office/drawing/2014/main" id="{80F971DF-8323-42C0-28CF-51FBA69ED98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845811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42" name="Slide Number Placeholder 10">
            <a:extLst>
              <a:ext uri="{FF2B5EF4-FFF2-40B4-BE49-F238E27FC236}">
                <a16:creationId xmlns:a16="http://schemas.microsoft.com/office/drawing/2014/main" id="{A8072CC6-58CF-28C1-1728-E32669C417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0E0234-E06C-32B6-2F28-5CC1484824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2" y="334801"/>
            <a:ext cx="7755576" cy="2865600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4400" b="0" baseline="0"/>
            </a:lvl1pPr>
          </a:lstStyle>
          <a:p>
            <a:r>
              <a:rPr lang="en-US"/>
              <a:t>The quick brown fox jumps over the lazy dog. The quick brown fox jumps over the lazy dog. The quick brown fox jumps over the lazy dog.</a:t>
            </a:r>
          </a:p>
        </p:txBody>
      </p:sp>
    </p:spTree>
    <p:extLst>
      <p:ext uri="{BB962C8B-B14F-4D97-AF65-F5344CB8AC3E}">
        <p14:creationId xmlns:p14="http://schemas.microsoft.com/office/powerpoint/2010/main" val="2737010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04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955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 anchor="t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94C451D-1C3F-49B7-B354-ADD89E33A0D8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</p:spTree>
    <p:extLst>
      <p:ext uri="{BB962C8B-B14F-4D97-AF65-F5344CB8AC3E}">
        <p14:creationId xmlns:p14="http://schemas.microsoft.com/office/powerpoint/2010/main" val="3831890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684000"/>
            <a:ext cx="1151945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Confidential / Draft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BAC261-12D6-4DE2-B48F-FD5C1DE68B38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Enter a meaningful title that summarizes the slide</a:t>
            </a:r>
          </a:p>
        </p:txBody>
      </p:sp>
    </p:spTree>
    <p:extLst>
      <p:ext uri="{BB962C8B-B14F-4D97-AF65-F5344CB8AC3E}">
        <p14:creationId xmlns:p14="http://schemas.microsoft.com/office/powerpoint/2010/main" val="884096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XL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6000" y="1008000"/>
            <a:ext cx="11521038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1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B2E4E49F-761C-409E-AAAE-573FA67E0108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</p:spTree>
    <p:extLst>
      <p:ext uri="{BB962C8B-B14F-4D97-AF65-F5344CB8AC3E}">
        <p14:creationId xmlns:p14="http://schemas.microsoft.com/office/powerpoint/2010/main" val="30149963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5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0D67D4B5-B922-4C36-AD43-92F94A41B40D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6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3990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58636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with Circ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D2A265E-F2DB-1CE5-A980-AB18A2CBBFD9}"/>
              </a:ext>
            </a:extLst>
          </p:cNvPr>
          <p:cNvSpPr>
            <a:spLocks/>
          </p:cNvSpPr>
          <p:nvPr userDrawn="1"/>
        </p:nvSpPr>
        <p:spPr>
          <a:xfrm>
            <a:off x="6996592" y="1178596"/>
            <a:ext cx="4500809" cy="4500809"/>
          </a:xfrm>
          <a:prstGeom prst="ellipse">
            <a:avLst/>
          </a:prstGeom>
          <a:noFill/>
          <a:ln w="19050" cap="flat" cmpd="sng" algn="ctr">
            <a:solidFill>
              <a:schemeClr val="accent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FF0F4063-9E6E-A7CC-DE21-30A0DD10222A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764272" y="2363356"/>
            <a:ext cx="2965449" cy="1330837"/>
          </a:xfrm>
        </p:spPr>
        <p:txBody>
          <a:bodyPr/>
          <a:lstStyle>
            <a:lvl1pPr algn="ctr">
              <a:defRPr sz="8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EBA3B4B-5C3D-7CD6-CF76-4B6D280E7F9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764271" y="3730193"/>
            <a:ext cx="2965450" cy="906088"/>
          </a:xfrm>
        </p:spPr>
        <p:txBody>
          <a:bodyPr/>
          <a:lstStyle>
            <a:lvl1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Sed 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perspiciatis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unde</a:t>
            </a: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2400" b="0" i="0" u="none" strike="noStrike" kern="0" cap="none" spc="0" normalizeH="0" baseline="0" noProof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omnis</a:t>
            </a: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110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with Circl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D2A265E-F2DB-1CE5-A980-AB18A2CBBFD9}"/>
              </a:ext>
            </a:extLst>
          </p:cNvPr>
          <p:cNvSpPr>
            <a:spLocks/>
          </p:cNvSpPr>
          <p:nvPr userDrawn="1"/>
        </p:nvSpPr>
        <p:spPr>
          <a:xfrm>
            <a:off x="6996592" y="1178596"/>
            <a:ext cx="4500809" cy="4500809"/>
          </a:xfrm>
          <a:prstGeom prst="ellipse">
            <a:avLst/>
          </a:prstGeom>
          <a:noFill/>
          <a:ln w="19050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FF0F4063-9E6E-A7CC-DE21-30A0DD10222A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7764272" y="2363356"/>
            <a:ext cx="2965449" cy="1330837"/>
          </a:xfrm>
        </p:spPr>
        <p:txBody>
          <a:bodyPr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B6B977D-6BC2-6C88-FAB7-935834F84FF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764463" y="3730193"/>
            <a:ext cx="2965258" cy="984682"/>
          </a:xfrm>
        </p:spPr>
        <p:txBody>
          <a:bodyPr/>
          <a:lstStyle>
            <a:lvl1pPr algn="ctr">
              <a:defRPr sz="2400"/>
            </a:lvl1pPr>
            <a:lvl2pPr algn="ctr">
              <a:defRPr sz="2400"/>
            </a:lvl2pPr>
            <a:lvl3pPr algn="ctr">
              <a:defRPr sz="2400"/>
            </a:lvl3pPr>
            <a:lvl4pPr algn="ctr">
              <a:defRPr sz="2400"/>
            </a:lvl4pPr>
            <a:lvl5pPr algn="ctr">
              <a:defRPr sz="2400"/>
            </a:lvl5pPr>
          </a:lstStyle>
          <a:p>
            <a:pPr lvl="0"/>
            <a:r>
              <a:rPr lang="en-GB"/>
              <a:t>Sed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perspiciatis</a:t>
            </a:r>
            <a:r>
              <a:rPr lang="en-PT"/>
              <a:t> unde omnis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902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solidFill>
            <a:schemeClr val="tx1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4593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 Out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8269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solidFill>
            <a:schemeClr val="accent1"/>
          </a:solidFill>
        </p:spPr>
        <p:txBody>
          <a:bodyPr anchor="ctr"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0818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Information Outlin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45CB091-2796-0974-6BC7-20F3B0D01E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95325" y="2006644"/>
            <a:ext cx="2880000" cy="28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15276DC-5C98-FD60-7D8C-1D80FCB4F0C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656000" y="2006644"/>
            <a:ext cx="2880000" cy="28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591D8F0-9878-AB38-6EC8-86B22163AB3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621822" y="2006644"/>
            <a:ext cx="2880000" cy="2880000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</a:defRPr>
            </a:lvl1pPr>
            <a:lvl2pPr algn="ctr">
              <a:defRPr sz="2400">
                <a:solidFill>
                  <a:schemeClr val="accent1"/>
                </a:solidFill>
              </a:defRPr>
            </a:lvl2pPr>
            <a:lvl3pPr algn="ctr">
              <a:defRPr sz="2400">
                <a:solidFill>
                  <a:schemeClr val="accent1"/>
                </a:solidFill>
              </a:defRPr>
            </a:lvl3pPr>
            <a:lvl4pPr algn="ctr">
              <a:defRPr sz="2400">
                <a:solidFill>
                  <a:schemeClr val="accent1"/>
                </a:solidFill>
              </a:defRPr>
            </a:lvl4pPr>
            <a:lvl5pPr algn="ctr">
              <a:defRPr sz="2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67247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3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6276000" y="1376363"/>
            <a:ext cx="5580000" cy="468000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2424487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6276000" y="1773238"/>
            <a:ext cx="5580000" cy="42846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EDC8162-CAEB-42E9-937D-94E163649378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558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</p:spTree>
    <p:extLst>
      <p:ext uri="{BB962C8B-B14F-4D97-AF65-F5344CB8AC3E}">
        <p14:creationId xmlns:p14="http://schemas.microsoft.com/office/powerpoint/2010/main" val="1174263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18904261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EDC8162-CAEB-42E9-937D-94E163649378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558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</p:spTree>
    <p:extLst>
      <p:ext uri="{BB962C8B-B14F-4D97-AF65-F5344CB8AC3E}">
        <p14:creationId xmlns:p14="http://schemas.microsoft.com/office/powerpoint/2010/main" val="785764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2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5580000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4214114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Content Blue X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prstGeom prst="rect">
            <a:avLst/>
          </a:prstGeo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EDC8162-CAEB-42E9-937D-94E163649378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558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</p:spTree>
    <p:extLst>
      <p:ext uri="{BB962C8B-B14F-4D97-AF65-F5344CB8AC3E}">
        <p14:creationId xmlns:p14="http://schemas.microsoft.com/office/powerpoint/2010/main" val="3286110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 (two-line)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376363"/>
            <a:ext cx="3600000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FE0168CA-1860-4436-B28B-A4336DBC3D1A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4"/>
          <p:cNvSpPr>
            <a:spLocks noGrp="1"/>
          </p:cNvSpPr>
          <p:nvPr>
            <p:ph sz="quarter" idx="27" hasCustomPrompt="1"/>
          </p:nvPr>
        </p:nvSpPr>
        <p:spPr>
          <a:xfrm>
            <a:off x="8257038" y="1376363"/>
            <a:ext cx="3600000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8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4296000" y="1376363"/>
            <a:ext cx="3600000" cy="4681537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2198379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 X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1008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648000"/>
          </a:xfrm>
        </p:spPr>
        <p:txBody>
          <a:bodyPr vert="horz"/>
          <a:lstStyle>
            <a:lvl1pPr>
              <a:defRPr b="0"/>
            </a:lvl1pPr>
          </a:lstStyle>
          <a:p>
            <a:br>
              <a:rPr lang="en-US"/>
            </a:br>
            <a:r>
              <a:rPr lang="en-US"/>
              <a:t>Enter a meaningful title that summarizes the slide (two-line)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2" y="1773238"/>
            <a:ext cx="360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AE03EA23-9880-4D44-8244-CEDCC6BCC1E1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Content Placeholder 4"/>
          <p:cNvSpPr>
            <a:spLocks noGrp="1"/>
          </p:cNvSpPr>
          <p:nvPr>
            <p:ph sz="quarter" idx="27" hasCustomPrompt="1"/>
          </p:nvPr>
        </p:nvSpPr>
        <p:spPr>
          <a:xfrm>
            <a:off x="8257038" y="1773238"/>
            <a:ext cx="360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8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4296000" y="1773238"/>
            <a:ext cx="3600000" cy="4284662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1996667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E3BD7BE-4AC8-E0E9-6661-B867A52C7FE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7503268" y="-16496"/>
            <a:ext cx="4695357" cy="6890993"/>
          </a:xfrm>
          <a:custGeom>
            <a:avLst/>
            <a:gdLst>
              <a:gd name="connsiteX0" fmla="*/ 1667 w 10000"/>
              <a:gd name="connsiteY0" fmla="*/ 0 h 10000"/>
              <a:gd name="connsiteX1" fmla="*/ 10000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10000"/>
              <a:gd name="connsiteY0" fmla="*/ 6 h 10006"/>
              <a:gd name="connsiteX1" fmla="*/ 10000 w 10000"/>
              <a:gd name="connsiteY1" fmla="*/ 6 h 10006"/>
              <a:gd name="connsiteX2" fmla="*/ 8333 w 10000"/>
              <a:gd name="connsiteY2" fmla="*/ 5006 h 10006"/>
              <a:gd name="connsiteX3" fmla="*/ 10000 w 10000"/>
              <a:gd name="connsiteY3" fmla="*/ 10006 h 10006"/>
              <a:gd name="connsiteX4" fmla="*/ 1667 w 10000"/>
              <a:gd name="connsiteY4" fmla="*/ 10006 h 10006"/>
              <a:gd name="connsiteX5" fmla="*/ 0 w 10000"/>
              <a:gd name="connsiteY5" fmla="*/ 5006 h 10006"/>
              <a:gd name="connsiteX6" fmla="*/ 1667 w 10000"/>
              <a:gd name="connsiteY6" fmla="*/ 6 h 10006"/>
              <a:gd name="connsiteX0" fmla="*/ 1667 w 10000"/>
              <a:gd name="connsiteY0" fmla="*/ 5 h 10005"/>
              <a:gd name="connsiteX1" fmla="*/ 9314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5 h 10005"/>
              <a:gd name="connsiteX1" fmla="*/ 9588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0 h 10000"/>
              <a:gd name="connsiteX1" fmla="*/ 9588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9588"/>
              <a:gd name="connsiteY0" fmla="*/ 0 h 10000"/>
              <a:gd name="connsiteX1" fmla="*/ 9588 w 9588"/>
              <a:gd name="connsiteY1" fmla="*/ 0 h 10000"/>
              <a:gd name="connsiteX2" fmla="*/ 8333 w 9588"/>
              <a:gd name="connsiteY2" fmla="*/ 5000 h 10000"/>
              <a:gd name="connsiteX3" fmla="*/ 8920 w 9588"/>
              <a:gd name="connsiteY3" fmla="*/ 9911 h 10000"/>
              <a:gd name="connsiteX4" fmla="*/ 1667 w 9588"/>
              <a:gd name="connsiteY4" fmla="*/ 10000 h 10000"/>
              <a:gd name="connsiteX5" fmla="*/ 0 w 9588"/>
              <a:gd name="connsiteY5" fmla="*/ 5000 h 10000"/>
              <a:gd name="connsiteX6" fmla="*/ 1667 w 9588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3 w 8264"/>
              <a:gd name="connsiteY0" fmla="*/ 0 h 10000"/>
              <a:gd name="connsiteX1" fmla="*/ 8264 w 8264"/>
              <a:gd name="connsiteY1" fmla="*/ 0 h 10000"/>
              <a:gd name="connsiteX2" fmla="*/ 6955 w 8264"/>
              <a:gd name="connsiteY2" fmla="*/ 5000 h 10000"/>
              <a:gd name="connsiteX3" fmla="*/ 8246 w 8264"/>
              <a:gd name="connsiteY3" fmla="*/ 10000 h 10000"/>
              <a:gd name="connsiteX4" fmla="*/ 3 w 8264"/>
              <a:gd name="connsiteY4" fmla="*/ 10000 h 10000"/>
              <a:gd name="connsiteX5" fmla="*/ 34 w 8264"/>
              <a:gd name="connsiteY5" fmla="*/ 4947 h 10000"/>
              <a:gd name="connsiteX6" fmla="*/ 3 w 8264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0 w 9996"/>
              <a:gd name="connsiteY0" fmla="*/ 0 h 10019"/>
              <a:gd name="connsiteX1" fmla="*/ 9996 w 9996"/>
              <a:gd name="connsiteY1" fmla="*/ 0 h 10019"/>
              <a:gd name="connsiteX2" fmla="*/ 8412 w 9996"/>
              <a:gd name="connsiteY2" fmla="*/ 5000 h 10019"/>
              <a:gd name="connsiteX3" fmla="*/ 9974 w 9996"/>
              <a:gd name="connsiteY3" fmla="*/ 10000 h 10019"/>
              <a:gd name="connsiteX4" fmla="*/ 17 w 9996"/>
              <a:gd name="connsiteY4" fmla="*/ 10019 h 10019"/>
              <a:gd name="connsiteX5" fmla="*/ 15 w 9996"/>
              <a:gd name="connsiteY5" fmla="*/ 4876 h 10019"/>
              <a:gd name="connsiteX6" fmla="*/ 0 w 9996"/>
              <a:gd name="connsiteY6" fmla="*/ 0 h 10019"/>
              <a:gd name="connsiteX0" fmla="*/ 2 w 10002"/>
              <a:gd name="connsiteY0" fmla="*/ 0 h 10000"/>
              <a:gd name="connsiteX1" fmla="*/ 10002 w 10002"/>
              <a:gd name="connsiteY1" fmla="*/ 0 h 10000"/>
              <a:gd name="connsiteX2" fmla="*/ 8417 w 10002"/>
              <a:gd name="connsiteY2" fmla="*/ 4991 h 10000"/>
              <a:gd name="connsiteX3" fmla="*/ 9980 w 10002"/>
              <a:gd name="connsiteY3" fmla="*/ 9981 h 10000"/>
              <a:gd name="connsiteX4" fmla="*/ 19 w 10002"/>
              <a:gd name="connsiteY4" fmla="*/ 10000 h 10000"/>
              <a:gd name="connsiteX5" fmla="*/ 0 w 10002"/>
              <a:gd name="connsiteY5" fmla="*/ 4862 h 10000"/>
              <a:gd name="connsiteX6" fmla="*/ 2 w 10002"/>
              <a:gd name="connsiteY6" fmla="*/ 0 h 10000"/>
              <a:gd name="connsiteX0" fmla="*/ 13 w 10013"/>
              <a:gd name="connsiteY0" fmla="*/ 0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0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21"/>
              <a:gd name="connsiteY0" fmla="*/ 12 h 10017"/>
              <a:gd name="connsiteX1" fmla="*/ 10013 w 10021"/>
              <a:gd name="connsiteY1" fmla="*/ 0 h 10017"/>
              <a:gd name="connsiteX2" fmla="*/ 8428 w 10021"/>
              <a:gd name="connsiteY2" fmla="*/ 4991 h 10017"/>
              <a:gd name="connsiteX3" fmla="*/ 10021 w 10021"/>
              <a:gd name="connsiteY3" fmla="*/ 10017 h 10017"/>
              <a:gd name="connsiteX4" fmla="*/ 30 w 10021"/>
              <a:gd name="connsiteY4" fmla="*/ 10000 h 10017"/>
              <a:gd name="connsiteX5" fmla="*/ 0 w 10021"/>
              <a:gd name="connsiteY5" fmla="*/ 4871 h 10017"/>
              <a:gd name="connsiteX6" fmla="*/ 13 w 10021"/>
              <a:gd name="connsiteY6" fmla="*/ 12 h 10017"/>
              <a:gd name="connsiteX0" fmla="*/ 4 w 10027"/>
              <a:gd name="connsiteY0" fmla="*/ 0 h 10017"/>
              <a:gd name="connsiteX1" fmla="*/ 10019 w 10027"/>
              <a:gd name="connsiteY1" fmla="*/ 0 h 10017"/>
              <a:gd name="connsiteX2" fmla="*/ 8434 w 10027"/>
              <a:gd name="connsiteY2" fmla="*/ 4991 h 10017"/>
              <a:gd name="connsiteX3" fmla="*/ 10027 w 10027"/>
              <a:gd name="connsiteY3" fmla="*/ 10017 h 10017"/>
              <a:gd name="connsiteX4" fmla="*/ 36 w 10027"/>
              <a:gd name="connsiteY4" fmla="*/ 10000 h 10017"/>
              <a:gd name="connsiteX5" fmla="*/ 6 w 10027"/>
              <a:gd name="connsiteY5" fmla="*/ 4871 h 10017"/>
              <a:gd name="connsiteX6" fmla="*/ 4 w 10027"/>
              <a:gd name="connsiteY6" fmla="*/ 0 h 10017"/>
              <a:gd name="connsiteX0" fmla="*/ 2479 w 10187"/>
              <a:gd name="connsiteY0" fmla="*/ 0 h 10017"/>
              <a:gd name="connsiteX1" fmla="*/ 10179 w 10187"/>
              <a:gd name="connsiteY1" fmla="*/ 0 h 10017"/>
              <a:gd name="connsiteX2" fmla="*/ 8594 w 10187"/>
              <a:gd name="connsiteY2" fmla="*/ 4991 h 10017"/>
              <a:gd name="connsiteX3" fmla="*/ 10187 w 10187"/>
              <a:gd name="connsiteY3" fmla="*/ 10017 h 10017"/>
              <a:gd name="connsiteX4" fmla="*/ 196 w 10187"/>
              <a:gd name="connsiteY4" fmla="*/ 10000 h 10017"/>
              <a:gd name="connsiteX5" fmla="*/ 166 w 10187"/>
              <a:gd name="connsiteY5" fmla="*/ 4871 h 10017"/>
              <a:gd name="connsiteX6" fmla="*/ 2479 w 10187"/>
              <a:gd name="connsiteY6" fmla="*/ 0 h 10017"/>
              <a:gd name="connsiteX0" fmla="*/ 1864 w 10145"/>
              <a:gd name="connsiteY0" fmla="*/ 20 h 10017"/>
              <a:gd name="connsiteX1" fmla="*/ 10137 w 10145"/>
              <a:gd name="connsiteY1" fmla="*/ 0 h 10017"/>
              <a:gd name="connsiteX2" fmla="*/ 8552 w 10145"/>
              <a:gd name="connsiteY2" fmla="*/ 4991 h 10017"/>
              <a:gd name="connsiteX3" fmla="*/ 10145 w 10145"/>
              <a:gd name="connsiteY3" fmla="*/ 10017 h 10017"/>
              <a:gd name="connsiteX4" fmla="*/ 154 w 10145"/>
              <a:gd name="connsiteY4" fmla="*/ 10000 h 10017"/>
              <a:gd name="connsiteX5" fmla="*/ 124 w 10145"/>
              <a:gd name="connsiteY5" fmla="*/ 4871 h 10017"/>
              <a:gd name="connsiteX6" fmla="*/ 1864 w 10145"/>
              <a:gd name="connsiteY6" fmla="*/ 20 h 10017"/>
              <a:gd name="connsiteX0" fmla="*/ 1741 w 10022"/>
              <a:gd name="connsiteY0" fmla="*/ 20 h 10017"/>
              <a:gd name="connsiteX1" fmla="*/ 10014 w 10022"/>
              <a:gd name="connsiteY1" fmla="*/ 0 h 10017"/>
              <a:gd name="connsiteX2" fmla="*/ 8429 w 10022"/>
              <a:gd name="connsiteY2" fmla="*/ 4991 h 10017"/>
              <a:gd name="connsiteX3" fmla="*/ 10022 w 10022"/>
              <a:gd name="connsiteY3" fmla="*/ 10017 h 10017"/>
              <a:gd name="connsiteX4" fmla="*/ 1845 w 10022"/>
              <a:gd name="connsiteY4" fmla="*/ 9922 h 10017"/>
              <a:gd name="connsiteX5" fmla="*/ 1 w 10022"/>
              <a:gd name="connsiteY5" fmla="*/ 4871 h 10017"/>
              <a:gd name="connsiteX6" fmla="*/ 1741 w 10022"/>
              <a:gd name="connsiteY6" fmla="*/ 20 h 10017"/>
              <a:gd name="connsiteX0" fmla="*/ 1741 w 10022"/>
              <a:gd name="connsiteY0" fmla="*/ 20 h 10020"/>
              <a:gd name="connsiteX1" fmla="*/ 10014 w 10022"/>
              <a:gd name="connsiteY1" fmla="*/ 0 h 10020"/>
              <a:gd name="connsiteX2" fmla="*/ 8429 w 10022"/>
              <a:gd name="connsiteY2" fmla="*/ 4991 h 10020"/>
              <a:gd name="connsiteX3" fmla="*/ 10022 w 10022"/>
              <a:gd name="connsiteY3" fmla="*/ 10017 h 10020"/>
              <a:gd name="connsiteX4" fmla="*/ 1702 w 10022"/>
              <a:gd name="connsiteY4" fmla="*/ 10020 h 10020"/>
              <a:gd name="connsiteX5" fmla="*/ 1 w 10022"/>
              <a:gd name="connsiteY5" fmla="*/ 4871 h 10020"/>
              <a:gd name="connsiteX6" fmla="*/ 1741 w 10022"/>
              <a:gd name="connsiteY6" fmla="*/ 20 h 10020"/>
              <a:gd name="connsiteX0" fmla="*/ 40 w 8321"/>
              <a:gd name="connsiteY0" fmla="*/ 20 h 10020"/>
              <a:gd name="connsiteX1" fmla="*/ 8313 w 8321"/>
              <a:gd name="connsiteY1" fmla="*/ 0 h 10020"/>
              <a:gd name="connsiteX2" fmla="*/ 6728 w 8321"/>
              <a:gd name="connsiteY2" fmla="*/ 4991 h 10020"/>
              <a:gd name="connsiteX3" fmla="*/ 8321 w 8321"/>
              <a:gd name="connsiteY3" fmla="*/ 10017 h 10020"/>
              <a:gd name="connsiteX4" fmla="*/ 1 w 8321"/>
              <a:gd name="connsiteY4" fmla="*/ 10020 h 10020"/>
              <a:gd name="connsiteX5" fmla="*/ 424 w 8321"/>
              <a:gd name="connsiteY5" fmla="*/ 5086 h 10020"/>
              <a:gd name="connsiteX6" fmla="*/ 40 w 8321"/>
              <a:gd name="connsiteY6" fmla="*/ 20 h 1002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27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81 h 10000"/>
              <a:gd name="connsiteX3" fmla="*/ 10036 w 10036"/>
              <a:gd name="connsiteY3" fmla="*/ 9997 h 10000"/>
              <a:gd name="connsiteX4" fmla="*/ 37 w 10036"/>
              <a:gd name="connsiteY4" fmla="*/ 10000 h 10000"/>
              <a:gd name="connsiteX5" fmla="*/ 1 w 10036"/>
              <a:gd name="connsiteY5" fmla="*/ 5096 h 10000"/>
              <a:gd name="connsiteX6" fmla="*/ 27 w 10036"/>
              <a:gd name="connsiteY6" fmla="*/ 40 h 10000"/>
              <a:gd name="connsiteX0" fmla="*/ 28 w 10037"/>
              <a:gd name="connsiteY0" fmla="*/ 4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28 w 10037"/>
              <a:gd name="connsiteY6" fmla="*/ 40 h 10000"/>
              <a:gd name="connsiteX0" fmla="*/ 81 w 10090"/>
              <a:gd name="connsiteY0" fmla="*/ 40 h 10020"/>
              <a:gd name="connsiteX1" fmla="*/ 10080 w 10090"/>
              <a:gd name="connsiteY1" fmla="*/ 0 h 10020"/>
              <a:gd name="connsiteX2" fmla="*/ 8176 w 10090"/>
              <a:gd name="connsiteY2" fmla="*/ 4981 h 10020"/>
              <a:gd name="connsiteX3" fmla="*/ 10090 w 10090"/>
              <a:gd name="connsiteY3" fmla="*/ 9997 h 10020"/>
              <a:gd name="connsiteX4" fmla="*/ 5 w 10090"/>
              <a:gd name="connsiteY4" fmla="*/ 10020 h 10020"/>
              <a:gd name="connsiteX5" fmla="*/ 55 w 10090"/>
              <a:gd name="connsiteY5" fmla="*/ 5096 h 10020"/>
              <a:gd name="connsiteX6" fmla="*/ 81 w 10090"/>
              <a:gd name="connsiteY6" fmla="*/ 40 h 10020"/>
              <a:gd name="connsiteX0" fmla="*/ 109 w 10118"/>
              <a:gd name="connsiteY0" fmla="*/ 40 h 10040"/>
              <a:gd name="connsiteX1" fmla="*/ 10108 w 10118"/>
              <a:gd name="connsiteY1" fmla="*/ 0 h 10040"/>
              <a:gd name="connsiteX2" fmla="*/ 8204 w 10118"/>
              <a:gd name="connsiteY2" fmla="*/ 4981 h 10040"/>
              <a:gd name="connsiteX3" fmla="*/ 10118 w 10118"/>
              <a:gd name="connsiteY3" fmla="*/ 9997 h 10040"/>
              <a:gd name="connsiteX4" fmla="*/ 4 w 10118"/>
              <a:gd name="connsiteY4" fmla="*/ 10040 h 10040"/>
              <a:gd name="connsiteX5" fmla="*/ 83 w 10118"/>
              <a:gd name="connsiteY5" fmla="*/ 5096 h 10040"/>
              <a:gd name="connsiteX6" fmla="*/ 109 w 10118"/>
              <a:gd name="connsiteY6" fmla="*/ 40 h 10040"/>
              <a:gd name="connsiteX0" fmla="*/ 105 w 10114"/>
              <a:gd name="connsiteY0" fmla="*/ 40 h 10040"/>
              <a:gd name="connsiteX1" fmla="*/ 10104 w 10114"/>
              <a:gd name="connsiteY1" fmla="*/ 0 h 10040"/>
              <a:gd name="connsiteX2" fmla="*/ 8200 w 10114"/>
              <a:gd name="connsiteY2" fmla="*/ 4981 h 10040"/>
              <a:gd name="connsiteX3" fmla="*/ 10114 w 10114"/>
              <a:gd name="connsiteY3" fmla="*/ 9997 h 10040"/>
              <a:gd name="connsiteX4" fmla="*/ 0 w 10114"/>
              <a:gd name="connsiteY4" fmla="*/ 10040 h 10040"/>
              <a:gd name="connsiteX5" fmla="*/ 79 w 10114"/>
              <a:gd name="connsiteY5" fmla="*/ 5096 h 10040"/>
              <a:gd name="connsiteX6" fmla="*/ 105 w 10114"/>
              <a:gd name="connsiteY6" fmla="*/ 40 h 10040"/>
              <a:gd name="connsiteX0" fmla="*/ 46 w 10055"/>
              <a:gd name="connsiteY0" fmla="*/ 40 h 10020"/>
              <a:gd name="connsiteX1" fmla="*/ 10045 w 10055"/>
              <a:gd name="connsiteY1" fmla="*/ 0 h 10020"/>
              <a:gd name="connsiteX2" fmla="*/ 8141 w 10055"/>
              <a:gd name="connsiteY2" fmla="*/ 4981 h 10020"/>
              <a:gd name="connsiteX3" fmla="*/ 10055 w 10055"/>
              <a:gd name="connsiteY3" fmla="*/ 9997 h 10020"/>
              <a:gd name="connsiteX4" fmla="*/ 285 w 10055"/>
              <a:gd name="connsiteY4" fmla="*/ 10020 h 10020"/>
              <a:gd name="connsiteX5" fmla="*/ 20 w 10055"/>
              <a:gd name="connsiteY5" fmla="*/ 5096 h 10020"/>
              <a:gd name="connsiteX6" fmla="*/ 46 w 10055"/>
              <a:gd name="connsiteY6" fmla="*/ 40 h 10020"/>
              <a:gd name="connsiteX0" fmla="*/ 29 w 10038"/>
              <a:gd name="connsiteY0" fmla="*/ 40 h 10040"/>
              <a:gd name="connsiteX1" fmla="*/ 10028 w 10038"/>
              <a:gd name="connsiteY1" fmla="*/ 0 h 10040"/>
              <a:gd name="connsiteX2" fmla="*/ 8124 w 10038"/>
              <a:gd name="connsiteY2" fmla="*/ 4981 h 10040"/>
              <a:gd name="connsiteX3" fmla="*/ 10038 w 10038"/>
              <a:gd name="connsiteY3" fmla="*/ 9997 h 10040"/>
              <a:gd name="connsiteX4" fmla="*/ 39 w 10038"/>
              <a:gd name="connsiteY4" fmla="*/ 10040 h 10040"/>
              <a:gd name="connsiteX5" fmla="*/ 3 w 10038"/>
              <a:gd name="connsiteY5" fmla="*/ 5096 h 10040"/>
              <a:gd name="connsiteX6" fmla="*/ 29 w 10038"/>
              <a:gd name="connsiteY6" fmla="*/ 40 h 10040"/>
              <a:gd name="connsiteX0" fmla="*/ 686 w 10064"/>
              <a:gd name="connsiteY0" fmla="*/ 60 h 10040"/>
              <a:gd name="connsiteX1" fmla="*/ 10054 w 10064"/>
              <a:gd name="connsiteY1" fmla="*/ 0 h 10040"/>
              <a:gd name="connsiteX2" fmla="*/ 8150 w 10064"/>
              <a:gd name="connsiteY2" fmla="*/ 4981 h 10040"/>
              <a:gd name="connsiteX3" fmla="*/ 10064 w 10064"/>
              <a:gd name="connsiteY3" fmla="*/ 9997 h 10040"/>
              <a:gd name="connsiteX4" fmla="*/ 65 w 10064"/>
              <a:gd name="connsiteY4" fmla="*/ 10040 h 10040"/>
              <a:gd name="connsiteX5" fmla="*/ 29 w 10064"/>
              <a:gd name="connsiteY5" fmla="*/ 5096 h 10040"/>
              <a:gd name="connsiteX6" fmla="*/ 686 w 10064"/>
              <a:gd name="connsiteY6" fmla="*/ 6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63 w 10043"/>
              <a:gd name="connsiteY0" fmla="*/ 40 h 10040"/>
              <a:gd name="connsiteX1" fmla="*/ 10033 w 10043"/>
              <a:gd name="connsiteY1" fmla="*/ 0 h 10040"/>
              <a:gd name="connsiteX2" fmla="*/ 8129 w 10043"/>
              <a:gd name="connsiteY2" fmla="*/ 4981 h 10040"/>
              <a:gd name="connsiteX3" fmla="*/ 10043 w 10043"/>
              <a:gd name="connsiteY3" fmla="*/ 9997 h 10040"/>
              <a:gd name="connsiteX4" fmla="*/ 44 w 10043"/>
              <a:gd name="connsiteY4" fmla="*/ 10040 h 10040"/>
              <a:gd name="connsiteX5" fmla="*/ 8 w 10043"/>
              <a:gd name="connsiteY5" fmla="*/ 5096 h 10040"/>
              <a:gd name="connsiteX6" fmla="*/ 63 w 10043"/>
              <a:gd name="connsiteY6" fmla="*/ 4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1805 w 11785"/>
              <a:gd name="connsiteY0" fmla="*/ 40 h 10040"/>
              <a:gd name="connsiteX1" fmla="*/ 11775 w 11785"/>
              <a:gd name="connsiteY1" fmla="*/ 0 h 10040"/>
              <a:gd name="connsiteX2" fmla="*/ 9871 w 11785"/>
              <a:gd name="connsiteY2" fmla="*/ 4981 h 10040"/>
              <a:gd name="connsiteX3" fmla="*/ 11785 w 11785"/>
              <a:gd name="connsiteY3" fmla="*/ 9997 h 10040"/>
              <a:gd name="connsiteX4" fmla="*/ 1786 w 11785"/>
              <a:gd name="connsiteY4" fmla="*/ 10040 h 10040"/>
              <a:gd name="connsiteX5" fmla="*/ 0 w 11785"/>
              <a:gd name="connsiteY5" fmla="*/ 5135 h 10040"/>
              <a:gd name="connsiteX6" fmla="*/ 1805 w 11785"/>
              <a:gd name="connsiteY6" fmla="*/ 40 h 10040"/>
              <a:gd name="connsiteX0" fmla="*/ 429 w 10409"/>
              <a:gd name="connsiteY0" fmla="*/ 40 h 10040"/>
              <a:gd name="connsiteX1" fmla="*/ 10399 w 10409"/>
              <a:gd name="connsiteY1" fmla="*/ 0 h 10040"/>
              <a:gd name="connsiteX2" fmla="*/ 8495 w 10409"/>
              <a:gd name="connsiteY2" fmla="*/ 4981 h 10040"/>
              <a:gd name="connsiteX3" fmla="*/ 10409 w 10409"/>
              <a:gd name="connsiteY3" fmla="*/ 9997 h 10040"/>
              <a:gd name="connsiteX4" fmla="*/ 410 w 10409"/>
              <a:gd name="connsiteY4" fmla="*/ 10040 h 10040"/>
              <a:gd name="connsiteX5" fmla="*/ 1 w 10409"/>
              <a:gd name="connsiteY5" fmla="*/ 5252 h 10040"/>
              <a:gd name="connsiteX6" fmla="*/ 429 w 10409"/>
              <a:gd name="connsiteY6" fmla="*/ 40 h 10040"/>
              <a:gd name="connsiteX0" fmla="*/ 19 w 9999"/>
              <a:gd name="connsiteY0" fmla="*/ 40 h 10040"/>
              <a:gd name="connsiteX1" fmla="*/ 9989 w 9999"/>
              <a:gd name="connsiteY1" fmla="*/ 0 h 10040"/>
              <a:gd name="connsiteX2" fmla="*/ 8085 w 9999"/>
              <a:gd name="connsiteY2" fmla="*/ 4981 h 10040"/>
              <a:gd name="connsiteX3" fmla="*/ 9999 w 9999"/>
              <a:gd name="connsiteY3" fmla="*/ 9997 h 10040"/>
              <a:gd name="connsiteX4" fmla="*/ 0 w 9999"/>
              <a:gd name="connsiteY4" fmla="*/ 10040 h 10040"/>
              <a:gd name="connsiteX5" fmla="*/ 50 w 9999"/>
              <a:gd name="connsiteY5" fmla="*/ 5154 h 10040"/>
              <a:gd name="connsiteX6" fmla="*/ 19 w 9999"/>
              <a:gd name="connsiteY6" fmla="*/ 40 h 10040"/>
              <a:gd name="connsiteX0" fmla="*/ 55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61 h 10000"/>
              <a:gd name="connsiteX3" fmla="*/ 10036 w 10036"/>
              <a:gd name="connsiteY3" fmla="*/ 9957 h 10000"/>
              <a:gd name="connsiteX4" fmla="*/ 36 w 10036"/>
              <a:gd name="connsiteY4" fmla="*/ 10000 h 10000"/>
              <a:gd name="connsiteX5" fmla="*/ 0 w 10036"/>
              <a:gd name="connsiteY5" fmla="*/ 5230 h 10000"/>
              <a:gd name="connsiteX6" fmla="*/ 55 w 10036"/>
              <a:gd name="connsiteY6" fmla="*/ 40 h 10000"/>
              <a:gd name="connsiteX0" fmla="*/ 18 w 10056"/>
              <a:gd name="connsiteY0" fmla="*/ 21 h 10000"/>
              <a:gd name="connsiteX1" fmla="*/ 10046 w 10056"/>
              <a:gd name="connsiteY1" fmla="*/ 0 h 10000"/>
              <a:gd name="connsiteX2" fmla="*/ 8142 w 10056"/>
              <a:gd name="connsiteY2" fmla="*/ 4961 h 10000"/>
              <a:gd name="connsiteX3" fmla="*/ 10056 w 10056"/>
              <a:gd name="connsiteY3" fmla="*/ 9957 h 10000"/>
              <a:gd name="connsiteX4" fmla="*/ 56 w 10056"/>
              <a:gd name="connsiteY4" fmla="*/ 10000 h 10000"/>
              <a:gd name="connsiteX5" fmla="*/ 20 w 10056"/>
              <a:gd name="connsiteY5" fmla="*/ 5230 h 10000"/>
              <a:gd name="connsiteX6" fmla="*/ 18 w 10056"/>
              <a:gd name="connsiteY6" fmla="*/ 21 h 1000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21 w 10059"/>
              <a:gd name="connsiteY0" fmla="*/ 21 h 10020"/>
              <a:gd name="connsiteX1" fmla="*/ 10049 w 10059"/>
              <a:gd name="connsiteY1" fmla="*/ 0 h 10020"/>
              <a:gd name="connsiteX2" fmla="*/ 8145 w 10059"/>
              <a:gd name="connsiteY2" fmla="*/ 4961 h 10020"/>
              <a:gd name="connsiteX3" fmla="*/ 10059 w 10059"/>
              <a:gd name="connsiteY3" fmla="*/ 9957 h 10020"/>
              <a:gd name="connsiteX4" fmla="*/ 15 w 10059"/>
              <a:gd name="connsiteY4" fmla="*/ 10020 h 10020"/>
              <a:gd name="connsiteX5" fmla="*/ 8 w 10059"/>
              <a:gd name="connsiteY5" fmla="*/ 5191 h 10020"/>
              <a:gd name="connsiteX6" fmla="*/ 21 w 10059"/>
              <a:gd name="connsiteY6" fmla="*/ 21 h 10020"/>
              <a:gd name="connsiteX0" fmla="*/ 29 w 10052"/>
              <a:gd name="connsiteY0" fmla="*/ 0 h 10058"/>
              <a:gd name="connsiteX1" fmla="*/ 10042 w 10052"/>
              <a:gd name="connsiteY1" fmla="*/ 38 h 10058"/>
              <a:gd name="connsiteX2" fmla="*/ 8138 w 10052"/>
              <a:gd name="connsiteY2" fmla="*/ 4999 h 10058"/>
              <a:gd name="connsiteX3" fmla="*/ 10052 w 10052"/>
              <a:gd name="connsiteY3" fmla="*/ 9995 h 10058"/>
              <a:gd name="connsiteX4" fmla="*/ 8 w 10052"/>
              <a:gd name="connsiteY4" fmla="*/ 10058 h 10058"/>
              <a:gd name="connsiteX5" fmla="*/ 1 w 10052"/>
              <a:gd name="connsiteY5" fmla="*/ 5229 h 10058"/>
              <a:gd name="connsiteX6" fmla="*/ 29 w 10052"/>
              <a:gd name="connsiteY6" fmla="*/ 0 h 10058"/>
              <a:gd name="connsiteX0" fmla="*/ 29 w 10052"/>
              <a:gd name="connsiteY0" fmla="*/ 1 h 10020"/>
              <a:gd name="connsiteX1" fmla="*/ 10042 w 10052"/>
              <a:gd name="connsiteY1" fmla="*/ 0 h 10020"/>
              <a:gd name="connsiteX2" fmla="*/ 8138 w 10052"/>
              <a:gd name="connsiteY2" fmla="*/ 4961 h 10020"/>
              <a:gd name="connsiteX3" fmla="*/ 10052 w 10052"/>
              <a:gd name="connsiteY3" fmla="*/ 9957 h 10020"/>
              <a:gd name="connsiteX4" fmla="*/ 8 w 10052"/>
              <a:gd name="connsiteY4" fmla="*/ 10020 h 10020"/>
              <a:gd name="connsiteX5" fmla="*/ 1 w 10052"/>
              <a:gd name="connsiteY5" fmla="*/ 5191 h 10020"/>
              <a:gd name="connsiteX6" fmla="*/ 29 w 10052"/>
              <a:gd name="connsiteY6" fmla="*/ 1 h 10020"/>
              <a:gd name="connsiteX0" fmla="*/ 6 w 10190"/>
              <a:gd name="connsiteY0" fmla="*/ 0 h 10039"/>
              <a:gd name="connsiteX1" fmla="*/ 10180 w 10190"/>
              <a:gd name="connsiteY1" fmla="*/ 19 h 10039"/>
              <a:gd name="connsiteX2" fmla="*/ 8276 w 10190"/>
              <a:gd name="connsiteY2" fmla="*/ 4980 h 10039"/>
              <a:gd name="connsiteX3" fmla="*/ 10190 w 10190"/>
              <a:gd name="connsiteY3" fmla="*/ 9976 h 10039"/>
              <a:gd name="connsiteX4" fmla="*/ 146 w 10190"/>
              <a:gd name="connsiteY4" fmla="*/ 10039 h 10039"/>
              <a:gd name="connsiteX5" fmla="*/ 139 w 10190"/>
              <a:gd name="connsiteY5" fmla="*/ 5210 h 10039"/>
              <a:gd name="connsiteX6" fmla="*/ 6 w 10190"/>
              <a:gd name="connsiteY6" fmla="*/ 0 h 10039"/>
              <a:gd name="connsiteX0" fmla="*/ 90 w 10054"/>
              <a:gd name="connsiteY0" fmla="*/ 0 h 10039"/>
              <a:gd name="connsiteX1" fmla="*/ 10044 w 10054"/>
              <a:gd name="connsiteY1" fmla="*/ 19 h 10039"/>
              <a:gd name="connsiteX2" fmla="*/ 8140 w 10054"/>
              <a:gd name="connsiteY2" fmla="*/ 4980 h 10039"/>
              <a:gd name="connsiteX3" fmla="*/ 10054 w 10054"/>
              <a:gd name="connsiteY3" fmla="*/ 9976 h 10039"/>
              <a:gd name="connsiteX4" fmla="*/ 10 w 10054"/>
              <a:gd name="connsiteY4" fmla="*/ 10039 h 10039"/>
              <a:gd name="connsiteX5" fmla="*/ 3 w 10054"/>
              <a:gd name="connsiteY5" fmla="*/ 5210 h 10039"/>
              <a:gd name="connsiteX6" fmla="*/ 90 w 10054"/>
              <a:gd name="connsiteY6" fmla="*/ 0 h 10039"/>
              <a:gd name="connsiteX0" fmla="*/ 17 w 10069"/>
              <a:gd name="connsiteY0" fmla="*/ 1 h 10020"/>
              <a:gd name="connsiteX1" fmla="*/ 10059 w 10069"/>
              <a:gd name="connsiteY1" fmla="*/ 0 h 10020"/>
              <a:gd name="connsiteX2" fmla="*/ 8155 w 10069"/>
              <a:gd name="connsiteY2" fmla="*/ 4961 h 10020"/>
              <a:gd name="connsiteX3" fmla="*/ 10069 w 10069"/>
              <a:gd name="connsiteY3" fmla="*/ 9957 h 10020"/>
              <a:gd name="connsiteX4" fmla="*/ 25 w 10069"/>
              <a:gd name="connsiteY4" fmla="*/ 10020 h 10020"/>
              <a:gd name="connsiteX5" fmla="*/ 18 w 10069"/>
              <a:gd name="connsiteY5" fmla="*/ 5191 h 10020"/>
              <a:gd name="connsiteX6" fmla="*/ 17 w 10069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19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75"/>
              <a:gd name="connsiteX1" fmla="*/ 10053 w 10063"/>
              <a:gd name="connsiteY1" fmla="*/ 0 h 10075"/>
              <a:gd name="connsiteX2" fmla="*/ 8149 w 10063"/>
              <a:gd name="connsiteY2" fmla="*/ 4961 h 10075"/>
              <a:gd name="connsiteX3" fmla="*/ 10063 w 10063"/>
              <a:gd name="connsiteY3" fmla="*/ 9957 h 10075"/>
              <a:gd name="connsiteX4" fmla="*/ 4 w 10063"/>
              <a:gd name="connsiteY4" fmla="*/ 10020 h 10075"/>
              <a:gd name="connsiteX5" fmla="*/ 12 w 10063"/>
              <a:gd name="connsiteY5" fmla="*/ 5191 h 10075"/>
              <a:gd name="connsiteX6" fmla="*/ 11 w 10063"/>
              <a:gd name="connsiteY6" fmla="*/ 1 h 10075"/>
              <a:gd name="connsiteX0" fmla="*/ 1259 w 11311"/>
              <a:gd name="connsiteY0" fmla="*/ 1 h 10075"/>
              <a:gd name="connsiteX1" fmla="*/ 11301 w 11311"/>
              <a:gd name="connsiteY1" fmla="*/ 0 h 10075"/>
              <a:gd name="connsiteX2" fmla="*/ 9397 w 11311"/>
              <a:gd name="connsiteY2" fmla="*/ 4961 h 10075"/>
              <a:gd name="connsiteX3" fmla="*/ 11311 w 11311"/>
              <a:gd name="connsiteY3" fmla="*/ 9957 h 10075"/>
              <a:gd name="connsiteX4" fmla="*/ 1252 w 11311"/>
              <a:gd name="connsiteY4" fmla="*/ 10020 h 10075"/>
              <a:gd name="connsiteX5" fmla="*/ 1259 w 11311"/>
              <a:gd name="connsiteY5" fmla="*/ 1 h 10075"/>
              <a:gd name="connsiteX0" fmla="*/ 741 w 10793"/>
              <a:gd name="connsiteY0" fmla="*/ 1 h 10075"/>
              <a:gd name="connsiteX1" fmla="*/ 10783 w 10793"/>
              <a:gd name="connsiteY1" fmla="*/ 0 h 10075"/>
              <a:gd name="connsiteX2" fmla="*/ 8879 w 10793"/>
              <a:gd name="connsiteY2" fmla="*/ 4961 h 10075"/>
              <a:gd name="connsiteX3" fmla="*/ 10793 w 10793"/>
              <a:gd name="connsiteY3" fmla="*/ 9957 h 10075"/>
              <a:gd name="connsiteX4" fmla="*/ 734 w 10793"/>
              <a:gd name="connsiteY4" fmla="*/ 10020 h 10075"/>
              <a:gd name="connsiteX5" fmla="*/ 741 w 10793"/>
              <a:gd name="connsiteY5" fmla="*/ 1 h 10075"/>
              <a:gd name="connsiteX0" fmla="*/ 738 w 10790"/>
              <a:gd name="connsiteY0" fmla="*/ 1 h 10075"/>
              <a:gd name="connsiteX1" fmla="*/ 10780 w 10790"/>
              <a:gd name="connsiteY1" fmla="*/ 0 h 10075"/>
              <a:gd name="connsiteX2" fmla="*/ 8876 w 10790"/>
              <a:gd name="connsiteY2" fmla="*/ 4961 h 10075"/>
              <a:gd name="connsiteX3" fmla="*/ 10790 w 10790"/>
              <a:gd name="connsiteY3" fmla="*/ 9957 h 10075"/>
              <a:gd name="connsiteX4" fmla="*/ 731 w 10790"/>
              <a:gd name="connsiteY4" fmla="*/ 10020 h 10075"/>
              <a:gd name="connsiteX5" fmla="*/ 738 w 10790"/>
              <a:gd name="connsiteY5" fmla="*/ 1 h 10075"/>
              <a:gd name="connsiteX0" fmla="*/ 777 w 10829"/>
              <a:gd name="connsiteY0" fmla="*/ 1 h 10075"/>
              <a:gd name="connsiteX1" fmla="*/ 10819 w 10829"/>
              <a:gd name="connsiteY1" fmla="*/ 0 h 10075"/>
              <a:gd name="connsiteX2" fmla="*/ 8915 w 10829"/>
              <a:gd name="connsiteY2" fmla="*/ 4961 h 10075"/>
              <a:gd name="connsiteX3" fmla="*/ 10829 w 10829"/>
              <a:gd name="connsiteY3" fmla="*/ 9957 h 10075"/>
              <a:gd name="connsiteX4" fmla="*/ 770 w 10829"/>
              <a:gd name="connsiteY4" fmla="*/ 10020 h 10075"/>
              <a:gd name="connsiteX5" fmla="*/ 777 w 10829"/>
              <a:gd name="connsiteY5" fmla="*/ 1 h 10075"/>
              <a:gd name="connsiteX0" fmla="*/ 761 w 10813"/>
              <a:gd name="connsiteY0" fmla="*/ 1 h 10075"/>
              <a:gd name="connsiteX1" fmla="*/ 10803 w 10813"/>
              <a:gd name="connsiteY1" fmla="*/ 0 h 10075"/>
              <a:gd name="connsiteX2" fmla="*/ 8899 w 10813"/>
              <a:gd name="connsiteY2" fmla="*/ 4961 h 10075"/>
              <a:gd name="connsiteX3" fmla="*/ 10813 w 10813"/>
              <a:gd name="connsiteY3" fmla="*/ 9957 h 10075"/>
              <a:gd name="connsiteX4" fmla="*/ 754 w 10813"/>
              <a:gd name="connsiteY4" fmla="*/ 10020 h 10075"/>
              <a:gd name="connsiteX5" fmla="*/ 761 w 10813"/>
              <a:gd name="connsiteY5" fmla="*/ 1 h 10075"/>
              <a:gd name="connsiteX0" fmla="*/ 251 w 10303"/>
              <a:gd name="connsiteY0" fmla="*/ 1 h 10075"/>
              <a:gd name="connsiteX1" fmla="*/ 10293 w 10303"/>
              <a:gd name="connsiteY1" fmla="*/ 0 h 10075"/>
              <a:gd name="connsiteX2" fmla="*/ 8389 w 10303"/>
              <a:gd name="connsiteY2" fmla="*/ 4961 h 10075"/>
              <a:gd name="connsiteX3" fmla="*/ 10303 w 10303"/>
              <a:gd name="connsiteY3" fmla="*/ 9957 h 10075"/>
              <a:gd name="connsiteX4" fmla="*/ 244 w 10303"/>
              <a:gd name="connsiteY4" fmla="*/ 10020 h 10075"/>
              <a:gd name="connsiteX5" fmla="*/ 251 w 10303"/>
              <a:gd name="connsiteY5" fmla="*/ 1 h 10075"/>
              <a:gd name="connsiteX0" fmla="*/ 746 w 10798"/>
              <a:gd name="connsiteY0" fmla="*/ 1 h 10075"/>
              <a:gd name="connsiteX1" fmla="*/ 10788 w 10798"/>
              <a:gd name="connsiteY1" fmla="*/ 0 h 10075"/>
              <a:gd name="connsiteX2" fmla="*/ 8884 w 10798"/>
              <a:gd name="connsiteY2" fmla="*/ 4961 h 10075"/>
              <a:gd name="connsiteX3" fmla="*/ 10798 w 10798"/>
              <a:gd name="connsiteY3" fmla="*/ 9957 h 10075"/>
              <a:gd name="connsiteX4" fmla="*/ 739 w 10798"/>
              <a:gd name="connsiteY4" fmla="*/ 10020 h 10075"/>
              <a:gd name="connsiteX5" fmla="*/ 746 w 10798"/>
              <a:gd name="connsiteY5" fmla="*/ 1 h 10075"/>
              <a:gd name="connsiteX0" fmla="*/ 8 w 10060"/>
              <a:gd name="connsiteY0" fmla="*/ 1 h 10075"/>
              <a:gd name="connsiteX1" fmla="*/ 10050 w 10060"/>
              <a:gd name="connsiteY1" fmla="*/ 0 h 10075"/>
              <a:gd name="connsiteX2" fmla="*/ 8146 w 10060"/>
              <a:gd name="connsiteY2" fmla="*/ 4961 h 10075"/>
              <a:gd name="connsiteX3" fmla="*/ 10060 w 10060"/>
              <a:gd name="connsiteY3" fmla="*/ 9957 h 10075"/>
              <a:gd name="connsiteX4" fmla="*/ 1 w 10060"/>
              <a:gd name="connsiteY4" fmla="*/ 10020 h 10075"/>
              <a:gd name="connsiteX5" fmla="*/ 8 w 10060"/>
              <a:gd name="connsiteY5" fmla="*/ 1 h 10075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10"/>
              <a:gd name="connsiteX1" fmla="*/ 10050 w 10089"/>
              <a:gd name="connsiteY1" fmla="*/ 0 h 10010"/>
              <a:gd name="connsiteX2" fmla="*/ 8146 w 10089"/>
              <a:gd name="connsiteY2" fmla="*/ 4961 h 10010"/>
              <a:gd name="connsiteX3" fmla="*/ 10089 w 10089"/>
              <a:gd name="connsiteY3" fmla="*/ 9987 h 10010"/>
              <a:gd name="connsiteX4" fmla="*/ 1 w 10089"/>
              <a:gd name="connsiteY4" fmla="*/ 10010 h 10010"/>
              <a:gd name="connsiteX5" fmla="*/ 8 w 10089"/>
              <a:gd name="connsiteY5" fmla="*/ 1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9" h="10010">
                <a:moveTo>
                  <a:pt x="8" y="1"/>
                </a:moveTo>
                <a:lnTo>
                  <a:pt x="10050" y="0"/>
                </a:lnTo>
                <a:cubicBezTo>
                  <a:pt x="8837" y="1464"/>
                  <a:pt x="8140" y="3297"/>
                  <a:pt x="8146" y="4961"/>
                </a:cubicBezTo>
                <a:cubicBezTo>
                  <a:pt x="8152" y="6625"/>
                  <a:pt x="8902" y="8823"/>
                  <a:pt x="10089" y="9987"/>
                </a:cubicBezTo>
                <a:lnTo>
                  <a:pt x="1" y="10010"/>
                </a:lnTo>
                <a:cubicBezTo>
                  <a:pt x="-2" y="7127"/>
                  <a:pt x="5" y="1839"/>
                  <a:pt x="8" y="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7112843" cy="324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7112843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5945202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6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3977B1A6-217B-41F0-9DFC-F7E7553812ED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7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5945202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39310101-83C5-1407-4907-E4CBFBBE803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34961" y="1376363"/>
            <a:ext cx="7112843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2557201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BCACD73E-C178-5AD7-E7AD-B0E0B4F2F2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 flipH="1">
            <a:off x="7503268" y="-16496"/>
            <a:ext cx="4695357" cy="6890993"/>
          </a:xfrm>
          <a:custGeom>
            <a:avLst/>
            <a:gdLst>
              <a:gd name="connsiteX0" fmla="*/ 1667 w 10000"/>
              <a:gd name="connsiteY0" fmla="*/ 0 h 10000"/>
              <a:gd name="connsiteX1" fmla="*/ 10000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10000"/>
              <a:gd name="connsiteY0" fmla="*/ 6 h 10006"/>
              <a:gd name="connsiteX1" fmla="*/ 10000 w 10000"/>
              <a:gd name="connsiteY1" fmla="*/ 6 h 10006"/>
              <a:gd name="connsiteX2" fmla="*/ 8333 w 10000"/>
              <a:gd name="connsiteY2" fmla="*/ 5006 h 10006"/>
              <a:gd name="connsiteX3" fmla="*/ 10000 w 10000"/>
              <a:gd name="connsiteY3" fmla="*/ 10006 h 10006"/>
              <a:gd name="connsiteX4" fmla="*/ 1667 w 10000"/>
              <a:gd name="connsiteY4" fmla="*/ 10006 h 10006"/>
              <a:gd name="connsiteX5" fmla="*/ 0 w 10000"/>
              <a:gd name="connsiteY5" fmla="*/ 5006 h 10006"/>
              <a:gd name="connsiteX6" fmla="*/ 1667 w 10000"/>
              <a:gd name="connsiteY6" fmla="*/ 6 h 10006"/>
              <a:gd name="connsiteX0" fmla="*/ 1667 w 10000"/>
              <a:gd name="connsiteY0" fmla="*/ 5 h 10005"/>
              <a:gd name="connsiteX1" fmla="*/ 9314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5 h 10005"/>
              <a:gd name="connsiteX1" fmla="*/ 9588 w 10000"/>
              <a:gd name="connsiteY1" fmla="*/ 5 h 10005"/>
              <a:gd name="connsiteX2" fmla="*/ 8333 w 10000"/>
              <a:gd name="connsiteY2" fmla="*/ 5005 h 10005"/>
              <a:gd name="connsiteX3" fmla="*/ 10000 w 10000"/>
              <a:gd name="connsiteY3" fmla="*/ 10005 h 10005"/>
              <a:gd name="connsiteX4" fmla="*/ 1667 w 10000"/>
              <a:gd name="connsiteY4" fmla="*/ 10005 h 10005"/>
              <a:gd name="connsiteX5" fmla="*/ 0 w 10000"/>
              <a:gd name="connsiteY5" fmla="*/ 5005 h 10005"/>
              <a:gd name="connsiteX6" fmla="*/ 1667 w 10000"/>
              <a:gd name="connsiteY6" fmla="*/ 5 h 10005"/>
              <a:gd name="connsiteX0" fmla="*/ 1667 w 10000"/>
              <a:gd name="connsiteY0" fmla="*/ 0 h 10000"/>
              <a:gd name="connsiteX1" fmla="*/ 9588 w 10000"/>
              <a:gd name="connsiteY1" fmla="*/ 0 h 10000"/>
              <a:gd name="connsiteX2" fmla="*/ 8333 w 10000"/>
              <a:gd name="connsiteY2" fmla="*/ 5000 h 10000"/>
              <a:gd name="connsiteX3" fmla="*/ 10000 w 10000"/>
              <a:gd name="connsiteY3" fmla="*/ 10000 h 10000"/>
              <a:gd name="connsiteX4" fmla="*/ 1667 w 10000"/>
              <a:gd name="connsiteY4" fmla="*/ 10000 h 10000"/>
              <a:gd name="connsiteX5" fmla="*/ 0 w 10000"/>
              <a:gd name="connsiteY5" fmla="*/ 5000 h 10000"/>
              <a:gd name="connsiteX6" fmla="*/ 1667 w 10000"/>
              <a:gd name="connsiteY6" fmla="*/ 0 h 10000"/>
              <a:gd name="connsiteX0" fmla="*/ 1667 w 9588"/>
              <a:gd name="connsiteY0" fmla="*/ 0 h 10000"/>
              <a:gd name="connsiteX1" fmla="*/ 9588 w 9588"/>
              <a:gd name="connsiteY1" fmla="*/ 0 h 10000"/>
              <a:gd name="connsiteX2" fmla="*/ 8333 w 9588"/>
              <a:gd name="connsiteY2" fmla="*/ 5000 h 10000"/>
              <a:gd name="connsiteX3" fmla="*/ 8920 w 9588"/>
              <a:gd name="connsiteY3" fmla="*/ 9911 h 10000"/>
              <a:gd name="connsiteX4" fmla="*/ 1667 w 9588"/>
              <a:gd name="connsiteY4" fmla="*/ 10000 h 10000"/>
              <a:gd name="connsiteX5" fmla="*/ 0 w 9588"/>
              <a:gd name="connsiteY5" fmla="*/ 5000 h 10000"/>
              <a:gd name="connsiteX6" fmla="*/ 1667 w 9588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1739 w 10000"/>
              <a:gd name="connsiteY0" fmla="*/ 0 h 10000"/>
              <a:gd name="connsiteX1" fmla="*/ 10000 w 10000"/>
              <a:gd name="connsiteY1" fmla="*/ 0 h 10000"/>
              <a:gd name="connsiteX2" fmla="*/ 8691 w 10000"/>
              <a:gd name="connsiteY2" fmla="*/ 5000 h 10000"/>
              <a:gd name="connsiteX3" fmla="*/ 9982 w 10000"/>
              <a:gd name="connsiteY3" fmla="*/ 10000 h 10000"/>
              <a:gd name="connsiteX4" fmla="*/ 1739 w 10000"/>
              <a:gd name="connsiteY4" fmla="*/ 10000 h 10000"/>
              <a:gd name="connsiteX5" fmla="*/ 0 w 10000"/>
              <a:gd name="connsiteY5" fmla="*/ 5000 h 10000"/>
              <a:gd name="connsiteX6" fmla="*/ 1739 w 10000"/>
              <a:gd name="connsiteY6" fmla="*/ 0 h 10000"/>
              <a:gd name="connsiteX0" fmla="*/ 3 w 8264"/>
              <a:gd name="connsiteY0" fmla="*/ 0 h 10000"/>
              <a:gd name="connsiteX1" fmla="*/ 8264 w 8264"/>
              <a:gd name="connsiteY1" fmla="*/ 0 h 10000"/>
              <a:gd name="connsiteX2" fmla="*/ 6955 w 8264"/>
              <a:gd name="connsiteY2" fmla="*/ 5000 h 10000"/>
              <a:gd name="connsiteX3" fmla="*/ 8246 w 8264"/>
              <a:gd name="connsiteY3" fmla="*/ 10000 h 10000"/>
              <a:gd name="connsiteX4" fmla="*/ 3 w 8264"/>
              <a:gd name="connsiteY4" fmla="*/ 10000 h 10000"/>
              <a:gd name="connsiteX5" fmla="*/ 34 w 8264"/>
              <a:gd name="connsiteY5" fmla="*/ 4947 h 10000"/>
              <a:gd name="connsiteX6" fmla="*/ 3 w 8264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00"/>
              <a:gd name="connsiteX1" fmla="*/ 10000 w 10000"/>
              <a:gd name="connsiteY1" fmla="*/ 0 h 10000"/>
              <a:gd name="connsiteX2" fmla="*/ 8416 w 10000"/>
              <a:gd name="connsiteY2" fmla="*/ 5000 h 10000"/>
              <a:gd name="connsiteX3" fmla="*/ 9978 w 10000"/>
              <a:gd name="connsiteY3" fmla="*/ 10000 h 10000"/>
              <a:gd name="connsiteX4" fmla="*/ 4 w 10000"/>
              <a:gd name="connsiteY4" fmla="*/ 10000 h 10000"/>
              <a:gd name="connsiteX5" fmla="*/ 19 w 10000"/>
              <a:gd name="connsiteY5" fmla="*/ 4876 h 10000"/>
              <a:gd name="connsiteX6" fmla="*/ 4 w 10000"/>
              <a:gd name="connsiteY6" fmla="*/ 0 h 10000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4 w 10000"/>
              <a:gd name="connsiteY0" fmla="*/ 0 h 10019"/>
              <a:gd name="connsiteX1" fmla="*/ 10000 w 10000"/>
              <a:gd name="connsiteY1" fmla="*/ 0 h 10019"/>
              <a:gd name="connsiteX2" fmla="*/ 8416 w 10000"/>
              <a:gd name="connsiteY2" fmla="*/ 5000 h 10019"/>
              <a:gd name="connsiteX3" fmla="*/ 9978 w 10000"/>
              <a:gd name="connsiteY3" fmla="*/ 10000 h 10019"/>
              <a:gd name="connsiteX4" fmla="*/ 21 w 10000"/>
              <a:gd name="connsiteY4" fmla="*/ 10019 h 10019"/>
              <a:gd name="connsiteX5" fmla="*/ 19 w 10000"/>
              <a:gd name="connsiteY5" fmla="*/ 4876 h 10019"/>
              <a:gd name="connsiteX6" fmla="*/ 4 w 10000"/>
              <a:gd name="connsiteY6" fmla="*/ 0 h 10019"/>
              <a:gd name="connsiteX0" fmla="*/ 0 w 9996"/>
              <a:gd name="connsiteY0" fmla="*/ 0 h 10019"/>
              <a:gd name="connsiteX1" fmla="*/ 9996 w 9996"/>
              <a:gd name="connsiteY1" fmla="*/ 0 h 10019"/>
              <a:gd name="connsiteX2" fmla="*/ 8412 w 9996"/>
              <a:gd name="connsiteY2" fmla="*/ 5000 h 10019"/>
              <a:gd name="connsiteX3" fmla="*/ 9974 w 9996"/>
              <a:gd name="connsiteY3" fmla="*/ 10000 h 10019"/>
              <a:gd name="connsiteX4" fmla="*/ 17 w 9996"/>
              <a:gd name="connsiteY4" fmla="*/ 10019 h 10019"/>
              <a:gd name="connsiteX5" fmla="*/ 15 w 9996"/>
              <a:gd name="connsiteY5" fmla="*/ 4876 h 10019"/>
              <a:gd name="connsiteX6" fmla="*/ 0 w 9996"/>
              <a:gd name="connsiteY6" fmla="*/ 0 h 10019"/>
              <a:gd name="connsiteX0" fmla="*/ 2 w 10002"/>
              <a:gd name="connsiteY0" fmla="*/ 0 h 10000"/>
              <a:gd name="connsiteX1" fmla="*/ 10002 w 10002"/>
              <a:gd name="connsiteY1" fmla="*/ 0 h 10000"/>
              <a:gd name="connsiteX2" fmla="*/ 8417 w 10002"/>
              <a:gd name="connsiteY2" fmla="*/ 4991 h 10000"/>
              <a:gd name="connsiteX3" fmla="*/ 9980 w 10002"/>
              <a:gd name="connsiteY3" fmla="*/ 9981 h 10000"/>
              <a:gd name="connsiteX4" fmla="*/ 19 w 10002"/>
              <a:gd name="connsiteY4" fmla="*/ 10000 h 10000"/>
              <a:gd name="connsiteX5" fmla="*/ 0 w 10002"/>
              <a:gd name="connsiteY5" fmla="*/ 4862 h 10000"/>
              <a:gd name="connsiteX6" fmla="*/ 2 w 10002"/>
              <a:gd name="connsiteY6" fmla="*/ 0 h 10000"/>
              <a:gd name="connsiteX0" fmla="*/ 13 w 10013"/>
              <a:gd name="connsiteY0" fmla="*/ 0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0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13"/>
              <a:gd name="connsiteY0" fmla="*/ 12 h 10000"/>
              <a:gd name="connsiteX1" fmla="*/ 10013 w 10013"/>
              <a:gd name="connsiteY1" fmla="*/ 0 h 10000"/>
              <a:gd name="connsiteX2" fmla="*/ 8428 w 10013"/>
              <a:gd name="connsiteY2" fmla="*/ 4991 h 10000"/>
              <a:gd name="connsiteX3" fmla="*/ 9991 w 10013"/>
              <a:gd name="connsiteY3" fmla="*/ 9981 h 10000"/>
              <a:gd name="connsiteX4" fmla="*/ 30 w 10013"/>
              <a:gd name="connsiteY4" fmla="*/ 10000 h 10000"/>
              <a:gd name="connsiteX5" fmla="*/ 0 w 10013"/>
              <a:gd name="connsiteY5" fmla="*/ 4871 h 10000"/>
              <a:gd name="connsiteX6" fmla="*/ 13 w 10013"/>
              <a:gd name="connsiteY6" fmla="*/ 12 h 10000"/>
              <a:gd name="connsiteX0" fmla="*/ 13 w 10021"/>
              <a:gd name="connsiteY0" fmla="*/ 12 h 10017"/>
              <a:gd name="connsiteX1" fmla="*/ 10013 w 10021"/>
              <a:gd name="connsiteY1" fmla="*/ 0 h 10017"/>
              <a:gd name="connsiteX2" fmla="*/ 8428 w 10021"/>
              <a:gd name="connsiteY2" fmla="*/ 4991 h 10017"/>
              <a:gd name="connsiteX3" fmla="*/ 10021 w 10021"/>
              <a:gd name="connsiteY3" fmla="*/ 10017 h 10017"/>
              <a:gd name="connsiteX4" fmla="*/ 30 w 10021"/>
              <a:gd name="connsiteY4" fmla="*/ 10000 h 10017"/>
              <a:gd name="connsiteX5" fmla="*/ 0 w 10021"/>
              <a:gd name="connsiteY5" fmla="*/ 4871 h 10017"/>
              <a:gd name="connsiteX6" fmla="*/ 13 w 10021"/>
              <a:gd name="connsiteY6" fmla="*/ 12 h 10017"/>
              <a:gd name="connsiteX0" fmla="*/ 4 w 10027"/>
              <a:gd name="connsiteY0" fmla="*/ 0 h 10017"/>
              <a:gd name="connsiteX1" fmla="*/ 10019 w 10027"/>
              <a:gd name="connsiteY1" fmla="*/ 0 h 10017"/>
              <a:gd name="connsiteX2" fmla="*/ 8434 w 10027"/>
              <a:gd name="connsiteY2" fmla="*/ 4991 h 10017"/>
              <a:gd name="connsiteX3" fmla="*/ 10027 w 10027"/>
              <a:gd name="connsiteY3" fmla="*/ 10017 h 10017"/>
              <a:gd name="connsiteX4" fmla="*/ 36 w 10027"/>
              <a:gd name="connsiteY4" fmla="*/ 10000 h 10017"/>
              <a:gd name="connsiteX5" fmla="*/ 6 w 10027"/>
              <a:gd name="connsiteY5" fmla="*/ 4871 h 10017"/>
              <a:gd name="connsiteX6" fmla="*/ 4 w 10027"/>
              <a:gd name="connsiteY6" fmla="*/ 0 h 10017"/>
              <a:gd name="connsiteX0" fmla="*/ 2479 w 10187"/>
              <a:gd name="connsiteY0" fmla="*/ 0 h 10017"/>
              <a:gd name="connsiteX1" fmla="*/ 10179 w 10187"/>
              <a:gd name="connsiteY1" fmla="*/ 0 h 10017"/>
              <a:gd name="connsiteX2" fmla="*/ 8594 w 10187"/>
              <a:gd name="connsiteY2" fmla="*/ 4991 h 10017"/>
              <a:gd name="connsiteX3" fmla="*/ 10187 w 10187"/>
              <a:gd name="connsiteY3" fmla="*/ 10017 h 10017"/>
              <a:gd name="connsiteX4" fmla="*/ 196 w 10187"/>
              <a:gd name="connsiteY4" fmla="*/ 10000 h 10017"/>
              <a:gd name="connsiteX5" fmla="*/ 166 w 10187"/>
              <a:gd name="connsiteY5" fmla="*/ 4871 h 10017"/>
              <a:gd name="connsiteX6" fmla="*/ 2479 w 10187"/>
              <a:gd name="connsiteY6" fmla="*/ 0 h 10017"/>
              <a:gd name="connsiteX0" fmla="*/ 1864 w 10145"/>
              <a:gd name="connsiteY0" fmla="*/ 20 h 10017"/>
              <a:gd name="connsiteX1" fmla="*/ 10137 w 10145"/>
              <a:gd name="connsiteY1" fmla="*/ 0 h 10017"/>
              <a:gd name="connsiteX2" fmla="*/ 8552 w 10145"/>
              <a:gd name="connsiteY2" fmla="*/ 4991 h 10017"/>
              <a:gd name="connsiteX3" fmla="*/ 10145 w 10145"/>
              <a:gd name="connsiteY3" fmla="*/ 10017 h 10017"/>
              <a:gd name="connsiteX4" fmla="*/ 154 w 10145"/>
              <a:gd name="connsiteY4" fmla="*/ 10000 h 10017"/>
              <a:gd name="connsiteX5" fmla="*/ 124 w 10145"/>
              <a:gd name="connsiteY5" fmla="*/ 4871 h 10017"/>
              <a:gd name="connsiteX6" fmla="*/ 1864 w 10145"/>
              <a:gd name="connsiteY6" fmla="*/ 20 h 10017"/>
              <a:gd name="connsiteX0" fmla="*/ 1741 w 10022"/>
              <a:gd name="connsiteY0" fmla="*/ 20 h 10017"/>
              <a:gd name="connsiteX1" fmla="*/ 10014 w 10022"/>
              <a:gd name="connsiteY1" fmla="*/ 0 h 10017"/>
              <a:gd name="connsiteX2" fmla="*/ 8429 w 10022"/>
              <a:gd name="connsiteY2" fmla="*/ 4991 h 10017"/>
              <a:gd name="connsiteX3" fmla="*/ 10022 w 10022"/>
              <a:gd name="connsiteY3" fmla="*/ 10017 h 10017"/>
              <a:gd name="connsiteX4" fmla="*/ 1845 w 10022"/>
              <a:gd name="connsiteY4" fmla="*/ 9922 h 10017"/>
              <a:gd name="connsiteX5" fmla="*/ 1 w 10022"/>
              <a:gd name="connsiteY5" fmla="*/ 4871 h 10017"/>
              <a:gd name="connsiteX6" fmla="*/ 1741 w 10022"/>
              <a:gd name="connsiteY6" fmla="*/ 20 h 10017"/>
              <a:gd name="connsiteX0" fmla="*/ 1741 w 10022"/>
              <a:gd name="connsiteY0" fmla="*/ 20 h 10020"/>
              <a:gd name="connsiteX1" fmla="*/ 10014 w 10022"/>
              <a:gd name="connsiteY1" fmla="*/ 0 h 10020"/>
              <a:gd name="connsiteX2" fmla="*/ 8429 w 10022"/>
              <a:gd name="connsiteY2" fmla="*/ 4991 h 10020"/>
              <a:gd name="connsiteX3" fmla="*/ 10022 w 10022"/>
              <a:gd name="connsiteY3" fmla="*/ 10017 h 10020"/>
              <a:gd name="connsiteX4" fmla="*/ 1702 w 10022"/>
              <a:gd name="connsiteY4" fmla="*/ 10020 h 10020"/>
              <a:gd name="connsiteX5" fmla="*/ 1 w 10022"/>
              <a:gd name="connsiteY5" fmla="*/ 4871 h 10020"/>
              <a:gd name="connsiteX6" fmla="*/ 1741 w 10022"/>
              <a:gd name="connsiteY6" fmla="*/ 20 h 10020"/>
              <a:gd name="connsiteX0" fmla="*/ 40 w 8321"/>
              <a:gd name="connsiteY0" fmla="*/ 20 h 10020"/>
              <a:gd name="connsiteX1" fmla="*/ 8313 w 8321"/>
              <a:gd name="connsiteY1" fmla="*/ 0 h 10020"/>
              <a:gd name="connsiteX2" fmla="*/ 6728 w 8321"/>
              <a:gd name="connsiteY2" fmla="*/ 4991 h 10020"/>
              <a:gd name="connsiteX3" fmla="*/ 8321 w 8321"/>
              <a:gd name="connsiteY3" fmla="*/ 10017 h 10020"/>
              <a:gd name="connsiteX4" fmla="*/ 1 w 8321"/>
              <a:gd name="connsiteY4" fmla="*/ 10020 h 10020"/>
              <a:gd name="connsiteX5" fmla="*/ 424 w 8321"/>
              <a:gd name="connsiteY5" fmla="*/ 5086 h 10020"/>
              <a:gd name="connsiteX6" fmla="*/ 40 w 8321"/>
              <a:gd name="connsiteY6" fmla="*/ 20 h 1002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85 w 10037"/>
              <a:gd name="connsiteY0" fmla="*/ 2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85 w 10037"/>
              <a:gd name="connsiteY6" fmla="*/ 20 h 10000"/>
              <a:gd name="connsiteX0" fmla="*/ 27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81 h 10000"/>
              <a:gd name="connsiteX3" fmla="*/ 10036 w 10036"/>
              <a:gd name="connsiteY3" fmla="*/ 9997 h 10000"/>
              <a:gd name="connsiteX4" fmla="*/ 37 w 10036"/>
              <a:gd name="connsiteY4" fmla="*/ 10000 h 10000"/>
              <a:gd name="connsiteX5" fmla="*/ 1 w 10036"/>
              <a:gd name="connsiteY5" fmla="*/ 5096 h 10000"/>
              <a:gd name="connsiteX6" fmla="*/ 27 w 10036"/>
              <a:gd name="connsiteY6" fmla="*/ 40 h 10000"/>
              <a:gd name="connsiteX0" fmla="*/ 28 w 10037"/>
              <a:gd name="connsiteY0" fmla="*/ 40 h 10000"/>
              <a:gd name="connsiteX1" fmla="*/ 10027 w 10037"/>
              <a:gd name="connsiteY1" fmla="*/ 0 h 10000"/>
              <a:gd name="connsiteX2" fmla="*/ 8123 w 10037"/>
              <a:gd name="connsiteY2" fmla="*/ 4981 h 10000"/>
              <a:gd name="connsiteX3" fmla="*/ 10037 w 10037"/>
              <a:gd name="connsiteY3" fmla="*/ 9997 h 10000"/>
              <a:gd name="connsiteX4" fmla="*/ 38 w 10037"/>
              <a:gd name="connsiteY4" fmla="*/ 10000 h 10000"/>
              <a:gd name="connsiteX5" fmla="*/ 2 w 10037"/>
              <a:gd name="connsiteY5" fmla="*/ 5096 h 10000"/>
              <a:gd name="connsiteX6" fmla="*/ 28 w 10037"/>
              <a:gd name="connsiteY6" fmla="*/ 40 h 10000"/>
              <a:gd name="connsiteX0" fmla="*/ 81 w 10090"/>
              <a:gd name="connsiteY0" fmla="*/ 40 h 10020"/>
              <a:gd name="connsiteX1" fmla="*/ 10080 w 10090"/>
              <a:gd name="connsiteY1" fmla="*/ 0 h 10020"/>
              <a:gd name="connsiteX2" fmla="*/ 8176 w 10090"/>
              <a:gd name="connsiteY2" fmla="*/ 4981 h 10020"/>
              <a:gd name="connsiteX3" fmla="*/ 10090 w 10090"/>
              <a:gd name="connsiteY3" fmla="*/ 9997 h 10020"/>
              <a:gd name="connsiteX4" fmla="*/ 5 w 10090"/>
              <a:gd name="connsiteY4" fmla="*/ 10020 h 10020"/>
              <a:gd name="connsiteX5" fmla="*/ 55 w 10090"/>
              <a:gd name="connsiteY5" fmla="*/ 5096 h 10020"/>
              <a:gd name="connsiteX6" fmla="*/ 81 w 10090"/>
              <a:gd name="connsiteY6" fmla="*/ 40 h 10020"/>
              <a:gd name="connsiteX0" fmla="*/ 109 w 10118"/>
              <a:gd name="connsiteY0" fmla="*/ 40 h 10040"/>
              <a:gd name="connsiteX1" fmla="*/ 10108 w 10118"/>
              <a:gd name="connsiteY1" fmla="*/ 0 h 10040"/>
              <a:gd name="connsiteX2" fmla="*/ 8204 w 10118"/>
              <a:gd name="connsiteY2" fmla="*/ 4981 h 10040"/>
              <a:gd name="connsiteX3" fmla="*/ 10118 w 10118"/>
              <a:gd name="connsiteY3" fmla="*/ 9997 h 10040"/>
              <a:gd name="connsiteX4" fmla="*/ 4 w 10118"/>
              <a:gd name="connsiteY4" fmla="*/ 10040 h 10040"/>
              <a:gd name="connsiteX5" fmla="*/ 83 w 10118"/>
              <a:gd name="connsiteY5" fmla="*/ 5096 h 10040"/>
              <a:gd name="connsiteX6" fmla="*/ 109 w 10118"/>
              <a:gd name="connsiteY6" fmla="*/ 40 h 10040"/>
              <a:gd name="connsiteX0" fmla="*/ 105 w 10114"/>
              <a:gd name="connsiteY0" fmla="*/ 40 h 10040"/>
              <a:gd name="connsiteX1" fmla="*/ 10104 w 10114"/>
              <a:gd name="connsiteY1" fmla="*/ 0 h 10040"/>
              <a:gd name="connsiteX2" fmla="*/ 8200 w 10114"/>
              <a:gd name="connsiteY2" fmla="*/ 4981 h 10040"/>
              <a:gd name="connsiteX3" fmla="*/ 10114 w 10114"/>
              <a:gd name="connsiteY3" fmla="*/ 9997 h 10040"/>
              <a:gd name="connsiteX4" fmla="*/ 0 w 10114"/>
              <a:gd name="connsiteY4" fmla="*/ 10040 h 10040"/>
              <a:gd name="connsiteX5" fmla="*/ 79 w 10114"/>
              <a:gd name="connsiteY5" fmla="*/ 5096 h 10040"/>
              <a:gd name="connsiteX6" fmla="*/ 105 w 10114"/>
              <a:gd name="connsiteY6" fmla="*/ 40 h 10040"/>
              <a:gd name="connsiteX0" fmla="*/ 46 w 10055"/>
              <a:gd name="connsiteY0" fmla="*/ 40 h 10020"/>
              <a:gd name="connsiteX1" fmla="*/ 10045 w 10055"/>
              <a:gd name="connsiteY1" fmla="*/ 0 h 10020"/>
              <a:gd name="connsiteX2" fmla="*/ 8141 w 10055"/>
              <a:gd name="connsiteY2" fmla="*/ 4981 h 10020"/>
              <a:gd name="connsiteX3" fmla="*/ 10055 w 10055"/>
              <a:gd name="connsiteY3" fmla="*/ 9997 h 10020"/>
              <a:gd name="connsiteX4" fmla="*/ 285 w 10055"/>
              <a:gd name="connsiteY4" fmla="*/ 10020 h 10020"/>
              <a:gd name="connsiteX5" fmla="*/ 20 w 10055"/>
              <a:gd name="connsiteY5" fmla="*/ 5096 h 10020"/>
              <a:gd name="connsiteX6" fmla="*/ 46 w 10055"/>
              <a:gd name="connsiteY6" fmla="*/ 40 h 10020"/>
              <a:gd name="connsiteX0" fmla="*/ 29 w 10038"/>
              <a:gd name="connsiteY0" fmla="*/ 40 h 10040"/>
              <a:gd name="connsiteX1" fmla="*/ 10028 w 10038"/>
              <a:gd name="connsiteY1" fmla="*/ 0 h 10040"/>
              <a:gd name="connsiteX2" fmla="*/ 8124 w 10038"/>
              <a:gd name="connsiteY2" fmla="*/ 4981 h 10040"/>
              <a:gd name="connsiteX3" fmla="*/ 10038 w 10038"/>
              <a:gd name="connsiteY3" fmla="*/ 9997 h 10040"/>
              <a:gd name="connsiteX4" fmla="*/ 39 w 10038"/>
              <a:gd name="connsiteY4" fmla="*/ 10040 h 10040"/>
              <a:gd name="connsiteX5" fmla="*/ 3 w 10038"/>
              <a:gd name="connsiteY5" fmla="*/ 5096 h 10040"/>
              <a:gd name="connsiteX6" fmla="*/ 29 w 10038"/>
              <a:gd name="connsiteY6" fmla="*/ 40 h 10040"/>
              <a:gd name="connsiteX0" fmla="*/ 686 w 10064"/>
              <a:gd name="connsiteY0" fmla="*/ 60 h 10040"/>
              <a:gd name="connsiteX1" fmla="*/ 10054 w 10064"/>
              <a:gd name="connsiteY1" fmla="*/ 0 h 10040"/>
              <a:gd name="connsiteX2" fmla="*/ 8150 w 10064"/>
              <a:gd name="connsiteY2" fmla="*/ 4981 h 10040"/>
              <a:gd name="connsiteX3" fmla="*/ 10064 w 10064"/>
              <a:gd name="connsiteY3" fmla="*/ 9997 h 10040"/>
              <a:gd name="connsiteX4" fmla="*/ 65 w 10064"/>
              <a:gd name="connsiteY4" fmla="*/ 10040 h 10040"/>
              <a:gd name="connsiteX5" fmla="*/ 29 w 10064"/>
              <a:gd name="connsiteY5" fmla="*/ 5096 h 10040"/>
              <a:gd name="connsiteX6" fmla="*/ 686 w 10064"/>
              <a:gd name="connsiteY6" fmla="*/ 6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63 w 10043"/>
              <a:gd name="connsiteY0" fmla="*/ 40 h 10040"/>
              <a:gd name="connsiteX1" fmla="*/ 10033 w 10043"/>
              <a:gd name="connsiteY1" fmla="*/ 0 h 10040"/>
              <a:gd name="connsiteX2" fmla="*/ 8129 w 10043"/>
              <a:gd name="connsiteY2" fmla="*/ 4981 h 10040"/>
              <a:gd name="connsiteX3" fmla="*/ 10043 w 10043"/>
              <a:gd name="connsiteY3" fmla="*/ 9997 h 10040"/>
              <a:gd name="connsiteX4" fmla="*/ 44 w 10043"/>
              <a:gd name="connsiteY4" fmla="*/ 10040 h 10040"/>
              <a:gd name="connsiteX5" fmla="*/ 8 w 10043"/>
              <a:gd name="connsiteY5" fmla="*/ 5096 h 10040"/>
              <a:gd name="connsiteX6" fmla="*/ 63 w 10043"/>
              <a:gd name="connsiteY6" fmla="*/ 40 h 10040"/>
              <a:gd name="connsiteX0" fmla="*/ 56 w 10036"/>
              <a:gd name="connsiteY0" fmla="*/ 40 h 10040"/>
              <a:gd name="connsiteX1" fmla="*/ 10026 w 10036"/>
              <a:gd name="connsiteY1" fmla="*/ 0 h 10040"/>
              <a:gd name="connsiteX2" fmla="*/ 8122 w 10036"/>
              <a:gd name="connsiteY2" fmla="*/ 4981 h 10040"/>
              <a:gd name="connsiteX3" fmla="*/ 10036 w 10036"/>
              <a:gd name="connsiteY3" fmla="*/ 9997 h 10040"/>
              <a:gd name="connsiteX4" fmla="*/ 37 w 10036"/>
              <a:gd name="connsiteY4" fmla="*/ 10040 h 10040"/>
              <a:gd name="connsiteX5" fmla="*/ 1 w 10036"/>
              <a:gd name="connsiteY5" fmla="*/ 5096 h 10040"/>
              <a:gd name="connsiteX6" fmla="*/ 56 w 10036"/>
              <a:gd name="connsiteY6" fmla="*/ 40 h 10040"/>
              <a:gd name="connsiteX0" fmla="*/ 1805 w 11785"/>
              <a:gd name="connsiteY0" fmla="*/ 40 h 10040"/>
              <a:gd name="connsiteX1" fmla="*/ 11775 w 11785"/>
              <a:gd name="connsiteY1" fmla="*/ 0 h 10040"/>
              <a:gd name="connsiteX2" fmla="*/ 9871 w 11785"/>
              <a:gd name="connsiteY2" fmla="*/ 4981 h 10040"/>
              <a:gd name="connsiteX3" fmla="*/ 11785 w 11785"/>
              <a:gd name="connsiteY3" fmla="*/ 9997 h 10040"/>
              <a:gd name="connsiteX4" fmla="*/ 1786 w 11785"/>
              <a:gd name="connsiteY4" fmla="*/ 10040 h 10040"/>
              <a:gd name="connsiteX5" fmla="*/ 0 w 11785"/>
              <a:gd name="connsiteY5" fmla="*/ 5135 h 10040"/>
              <a:gd name="connsiteX6" fmla="*/ 1805 w 11785"/>
              <a:gd name="connsiteY6" fmla="*/ 40 h 10040"/>
              <a:gd name="connsiteX0" fmla="*/ 429 w 10409"/>
              <a:gd name="connsiteY0" fmla="*/ 40 h 10040"/>
              <a:gd name="connsiteX1" fmla="*/ 10399 w 10409"/>
              <a:gd name="connsiteY1" fmla="*/ 0 h 10040"/>
              <a:gd name="connsiteX2" fmla="*/ 8495 w 10409"/>
              <a:gd name="connsiteY2" fmla="*/ 4981 h 10040"/>
              <a:gd name="connsiteX3" fmla="*/ 10409 w 10409"/>
              <a:gd name="connsiteY3" fmla="*/ 9997 h 10040"/>
              <a:gd name="connsiteX4" fmla="*/ 410 w 10409"/>
              <a:gd name="connsiteY4" fmla="*/ 10040 h 10040"/>
              <a:gd name="connsiteX5" fmla="*/ 1 w 10409"/>
              <a:gd name="connsiteY5" fmla="*/ 5252 h 10040"/>
              <a:gd name="connsiteX6" fmla="*/ 429 w 10409"/>
              <a:gd name="connsiteY6" fmla="*/ 40 h 10040"/>
              <a:gd name="connsiteX0" fmla="*/ 19 w 9999"/>
              <a:gd name="connsiteY0" fmla="*/ 40 h 10040"/>
              <a:gd name="connsiteX1" fmla="*/ 9989 w 9999"/>
              <a:gd name="connsiteY1" fmla="*/ 0 h 10040"/>
              <a:gd name="connsiteX2" fmla="*/ 8085 w 9999"/>
              <a:gd name="connsiteY2" fmla="*/ 4981 h 10040"/>
              <a:gd name="connsiteX3" fmla="*/ 9999 w 9999"/>
              <a:gd name="connsiteY3" fmla="*/ 9997 h 10040"/>
              <a:gd name="connsiteX4" fmla="*/ 0 w 9999"/>
              <a:gd name="connsiteY4" fmla="*/ 10040 h 10040"/>
              <a:gd name="connsiteX5" fmla="*/ 50 w 9999"/>
              <a:gd name="connsiteY5" fmla="*/ 5154 h 10040"/>
              <a:gd name="connsiteX6" fmla="*/ 19 w 9999"/>
              <a:gd name="connsiteY6" fmla="*/ 40 h 10040"/>
              <a:gd name="connsiteX0" fmla="*/ 55 w 10036"/>
              <a:gd name="connsiteY0" fmla="*/ 40 h 10000"/>
              <a:gd name="connsiteX1" fmla="*/ 10026 w 10036"/>
              <a:gd name="connsiteY1" fmla="*/ 0 h 10000"/>
              <a:gd name="connsiteX2" fmla="*/ 8122 w 10036"/>
              <a:gd name="connsiteY2" fmla="*/ 4961 h 10000"/>
              <a:gd name="connsiteX3" fmla="*/ 10036 w 10036"/>
              <a:gd name="connsiteY3" fmla="*/ 9957 h 10000"/>
              <a:gd name="connsiteX4" fmla="*/ 36 w 10036"/>
              <a:gd name="connsiteY4" fmla="*/ 10000 h 10000"/>
              <a:gd name="connsiteX5" fmla="*/ 0 w 10036"/>
              <a:gd name="connsiteY5" fmla="*/ 5230 h 10000"/>
              <a:gd name="connsiteX6" fmla="*/ 55 w 10036"/>
              <a:gd name="connsiteY6" fmla="*/ 40 h 10000"/>
              <a:gd name="connsiteX0" fmla="*/ 18 w 10056"/>
              <a:gd name="connsiteY0" fmla="*/ 21 h 10000"/>
              <a:gd name="connsiteX1" fmla="*/ 10046 w 10056"/>
              <a:gd name="connsiteY1" fmla="*/ 0 h 10000"/>
              <a:gd name="connsiteX2" fmla="*/ 8142 w 10056"/>
              <a:gd name="connsiteY2" fmla="*/ 4961 h 10000"/>
              <a:gd name="connsiteX3" fmla="*/ 10056 w 10056"/>
              <a:gd name="connsiteY3" fmla="*/ 9957 h 10000"/>
              <a:gd name="connsiteX4" fmla="*/ 56 w 10056"/>
              <a:gd name="connsiteY4" fmla="*/ 10000 h 10000"/>
              <a:gd name="connsiteX5" fmla="*/ 20 w 10056"/>
              <a:gd name="connsiteY5" fmla="*/ 5230 h 10000"/>
              <a:gd name="connsiteX6" fmla="*/ 18 w 10056"/>
              <a:gd name="connsiteY6" fmla="*/ 21 h 1000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17 w 10055"/>
              <a:gd name="connsiteY0" fmla="*/ 21 h 10020"/>
              <a:gd name="connsiteX1" fmla="*/ 10045 w 10055"/>
              <a:gd name="connsiteY1" fmla="*/ 0 h 10020"/>
              <a:gd name="connsiteX2" fmla="*/ 8141 w 10055"/>
              <a:gd name="connsiteY2" fmla="*/ 4961 h 10020"/>
              <a:gd name="connsiteX3" fmla="*/ 10055 w 10055"/>
              <a:gd name="connsiteY3" fmla="*/ 9957 h 10020"/>
              <a:gd name="connsiteX4" fmla="*/ 11 w 10055"/>
              <a:gd name="connsiteY4" fmla="*/ 10020 h 10020"/>
              <a:gd name="connsiteX5" fmla="*/ 19 w 10055"/>
              <a:gd name="connsiteY5" fmla="*/ 5230 h 10020"/>
              <a:gd name="connsiteX6" fmla="*/ 17 w 10055"/>
              <a:gd name="connsiteY6" fmla="*/ 21 h 10020"/>
              <a:gd name="connsiteX0" fmla="*/ 21 w 10059"/>
              <a:gd name="connsiteY0" fmla="*/ 21 h 10020"/>
              <a:gd name="connsiteX1" fmla="*/ 10049 w 10059"/>
              <a:gd name="connsiteY1" fmla="*/ 0 h 10020"/>
              <a:gd name="connsiteX2" fmla="*/ 8145 w 10059"/>
              <a:gd name="connsiteY2" fmla="*/ 4961 h 10020"/>
              <a:gd name="connsiteX3" fmla="*/ 10059 w 10059"/>
              <a:gd name="connsiteY3" fmla="*/ 9957 h 10020"/>
              <a:gd name="connsiteX4" fmla="*/ 15 w 10059"/>
              <a:gd name="connsiteY4" fmla="*/ 10020 h 10020"/>
              <a:gd name="connsiteX5" fmla="*/ 8 w 10059"/>
              <a:gd name="connsiteY5" fmla="*/ 5191 h 10020"/>
              <a:gd name="connsiteX6" fmla="*/ 21 w 10059"/>
              <a:gd name="connsiteY6" fmla="*/ 21 h 10020"/>
              <a:gd name="connsiteX0" fmla="*/ 29 w 10052"/>
              <a:gd name="connsiteY0" fmla="*/ 0 h 10058"/>
              <a:gd name="connsiteX1" fmla="*/ 10042 w 10052"/>
              <a:gd name="connsiteY1" fmla="*/ 38 h 10058"/>
              <a:gd name="connsiteX2" fmla="*/ 8138 w 10052"/>
              <a:gd name="connsiteY2" fmla="*/ 4999 h 10058"/>
              <a:gd name="connsiteX3" fmla="*/ 10052 w 10052"/>
              <a:gd name="connsiteY3" fmla="*/ 9995 h 10058"/>
              <a:gd name="connsiteX4" fmla="*/ 8 w 10052"/>
              <a:gd name="connsiteY4" fmla="*/ 10058 h 10058"/>
              <a:gd name="connsiteX5" fmla="*/ 1 w 10052"/>
              <a:gd name="connsiteY5" fmla="*/ 5229 h 10058"/>
              <a:gd name="connsiteX6" fmla="*/ 29 w 10052"/>
              <a:gd name="connsiteY6" fmla="*/ 0 h 10058"/>
              <a:gd name="connsiteX0" fmla="*/ 29 w 10052"/>
              <a:gd name="connsiteY0" fmla="*/ 1 h 10020"/>
              <a:gd name="connsiteX1" fmla="*/ 10042 w 10052"/>
              <a:gd name="connsiteY1" fmla="*/ 0 h 10020"/>
              <a:gd name="connsiteX2" fmla="*/ 8138 w 10052"/>
              <a:gd name="connsiteY2" fmla="*/ 4961 h 10020"/>
              <a:gd name="connsiteX3" fmla="*/ 10052 w 10052"/>
              <a:gd name="connsiteY3" fmla="*/ 9957 h 10020"/>
              <a:gd name="connsiteX4" fmla="*/ 8 w 10052"/>
              <a:gd name="connsiteY4" fmla="*/ 10020 h 10020"/>
              <a:gd name="connsiteX5" fmla="*/ 1 w 10052"/>
              <a:gd name="connsiteY5" fmla="*/ 5191 h 10020"/>
              <a:gd name="connsiteX6" fmla="*/ 29 w 10052"/>
              <a:gd name="connsiteY6" fmla="*/ 1 h 10020"/>
              <a:gd name="connsiteX0" fmla="*/ 6 w 10190"/>
              <a:gd name="connsiteY0" fmla="*/ 0 h 10039"/>
              <a:gd name="connsiteX1" fmla="*/ 10180 w 10190"/>
              <a:gd name="connsiteY1" fmla="*/ 19 h 10039"/>
              <a:gd name="connsiteX2" fmla="*/ 8276 w 10190"/>
              <a:gd name="connsiteY2" fmla="*/ 4980 h 10039"/>
              <a:gd name="connsiteX3" fmla="*/ 10190 w 10190"/>
              <a:gd name="connsiteY3" fmla="*/ 9976 h 10039"/>
              <a:gd name="connsiteX4" fmla="*/ 146 w 10190"/>
              <a:gd name="connsiteY4" fmla="*/ 10039 h 10039"/>
              <a:gd name="connsiteX5" fmla="*/ 139 w 10190"/>
              <a:gd name="connsiteY5" fmla="*/ 5210 h 10039"/>
              <a:gd name="connsiteX6" fmla="*/ 6 w 10190"/>
              <a:gd name="connsiteY6" fmla="*/ 0 h 10039"/>
              <a:gd name="connsiteX0" fmla="*/ 90 w 10054"/>
              <a:gd name="connsiteY0" fmla="*/ 0 h 10039"/>
              <a:gd name="connsiteX1" fmla="*/ 10044 w 10054"/>
              <a:gd name="connsiteY1" fmla="*/ 19 h 10039"/>
              <a:gd name="connsiteX2" fmla="*/ 8140 w 10054"/>
              <a:gd name="connsiteY2" fmla="*/ 4980 h 10039"/>
              <a:gd name="connsiteX3" fmla="*/ 10054 w 10054"/>
              <a:gd name="connsiteY3" fmla="*/ 9976 h 10039"/>
              <a:gd name="connsiteX4" fmla="*/ 10 w 10054"/>
              <a:gd name="connsiteY4" fmla="*/ 10039 h 10039"/>
              <a:gd name="connsiteX5" fmla="*/ 3 w 10054"/>
              <a:gd name="connsiteY5" fmla="*/ 5210 h 10039"/>
              <a:gd name="connsiteX6" fmla="*/ 90 w 10054"/>
              <a:gd name="connsiteY6" fmla="*/ 0 h 10039"/>
              <a:gd name="connsiteX0" fmla="*/ 17 w 10069"/>
              <a:gd name="connsiteY0" fmla="*/ 1 h 10020"/>
              <a:gd name="connsiteX1" fmla="*/ 10059 w 10069"/>
              <a:gd name="connsiteY1" fmla="*/ 0 h 10020"/>
              <a:gd name="connsiteX2" fmla="*/ 8155 w 10069"/>
              <a:gd name="connsiteY2" fmla="*/ 4961 h 10020"/>
              <a:gd name="connsiteX3" fmla="*/ 10069 w 10069"/>
              <a:gd name="connsiteY3" fmla="*/ 9957 h 10020"/>
              <a:gd name="connsiteX4" fmla="*/ 25 w 10069"/>
              <a:gd name="connsiteY4" fmla="*/ 10020 h 10020"/>
              <a:gd name="connsiteX5" fmla="*/ 18 w 10069"/>
              <a:gd name="connsiteY5" fmla="*/ 5191 h 10020"/>
              <a:gd name="connsiteX6" fmla="*/ 17 w 10069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19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20"/>
              <a:gd name="connsiteX1" fmla="*/ 10053 w 10063"/>
              <a:gd name="connsiteY1" fmla="*/ 0 h 10020"/>
              <a:gd name="connsiteX2" fmla="*/ 8149 w 10063"/>
              <a:gd name="connsiteY2" fmla="*/ 4961 h 10020"/>
              <a:gd name="connsiteX3" fmla="*/ 10063 w 10063"/>
              <a:gd name="connsiteY3" fmla="*/ 9957 h 10020"/>
              <a:gd name="connsiteX4" fmla="*/ 4 w 10063"/>
              <a:gd name="connsiteY4" fmla="*/ 10020 h 10020"/>
              <a:gd name="connsiteX5" fmla="*/ 12 w 10063"/>
              <a:gd name="connsiteY5" fmla="*/ 5191 h 10020"/>
              <a:gd name="connsiteX6" fmla="*/ 11 w 10063"/>
              <a:gd name="connsiteY6" fmla="*/ 1 h 10020"/>
              <a:gd name="connsiteX0" fmla="*/ 11 w 10063"/>
              <a:gd name="connsiteY0" fmla="*/ 1 h 10075"/>
              <a:gd name="connsiteX1" fmla="*/ 10053 w 10063"/>
              <a:gd name="connsiteY1" fmla="*/ 0 h 10075"/>
              <a:gd name="connsiteX2" fmla="*/ 8149 w 10063"/>
              <a:gd name="connsiteY2" fmla="*/ 4961 h 10075"/>
              <a:gd name="connsiteX3" fmla="*/ 10063 w 10063"/>
              <a:gd name="connsiteY3" fmla="*/ 9957 h 10075"/>
              <a:gd name="connsiteX4" fmla="*/ 4 w 10063"/>
              <a:gd name="connsiteY4" fmla="*/ 10020 h 10075"/>
              <a:gd name="connsiteX5" fmla="*/ 12 w 10063"/>
              <a:gd name="connsiteY5" fmla="*/ 5191 h 10075"/>
              <a:gd name="connsiteX6" fmla="*/ 11 w 10063"/>
              <a:gd name="connsiteY6" fmla="*/ 1 h 10075"/>
              <a:gd name="connsiteX0" fmla="*/ 1259 w 11311"/>
              <a:gd name="connsiteY0" fmla="*/ 1 h 10075"/>
              <a:gd name="connsiteX1" fmla="*/ 11301 w 11311"/>
              <a:gd name="connsiteY1" fmla="*/ 0 h 10075"/>
              <a:gd name="connsiteX2" fmla="*/ 9397 w 11311"/>
              <a:gd name="connsiteY2" fmla="*/ 4961 h 10075"/>
              <a:gd name="connsiteX3" fmla="*/ 11311 w 11311"/>
              <a:gd name="connsiteY3" fmla="*/ 9957 h 10075"/>
              <a:gd name="connsiteX4" fmla="*/ 1252 w 11311"/>
              <a:gd name="connsiteY4" fmla="*/ 10020 h 10075"/>
              <a:gd name="connsiteX5" fmla="*/ 1259 w 11311"/>
              <a:gd name="connsiteY5" fmla="*/ 1 h 10075"/>
              <a:gd name="connsiteX0" fmla="*/ 741 w 10793"/>
              <a:gd name="connsiteY0" fmla="*/ 1 h 10075"/>
              <a:gd name="connsiteX1" fmla="*/ 10783 w 10793"/>
              <a:gd name="connsiteY1" fmla="*/ 0 h 10075"/>
              <a:gd name="connsiteX2" fmla="*/ 8879 w 10793"/>
              <a:gd name="connsiteY2" fmla="*/ 4961 h 10075"/>
              <a:gd name="connsiteX3" fmla="*/ 10793 w 10793"/>
              <a:gd name="connsiteY3" fmla="*/ 9957 h 10075"/>
              <a:gd name="connsiteX4" fmla="*/ 734 w 10793"/>
              <a:gd name="connsiteY4" fmla="*/ 10020 h 10075"/>
              <a:gd name="connsiteX5" fmla="*/ 741 w 10793"/>
              <a:gd name="connsiteY5" fmla="*/ 1 h 10075"/>
              <a:gd name="connsiteX0" fmla="*/ 738 w 10790"/>
              <a:gd name="connsiteY0" fmla="*/ 1 h 10075"/>
              <a:gd name="connsiteX1" fmla="*/ 10780 w 10790"/>
              <a:gd name="connsiteY1" fmla="*/ 0 h 10075"/>
              <a:gd name="connsiteX2" fmla="*/ 8876 w 10790"/>
              <a:gd name="connsiteY2" fmla="*/ 4961 h 10075"/>
              <a:gd name="connsiteX3" fmla="*/ 10790 w 10790"/>
              <a:gd name="connsiteY3" fmla="*/ 9957 h 10075"/>
              <a:gd name="connsiteX4" fmla="*/ 731 w 10790"/>
              <a:gd name="connsiteY4" fmla="*/ 10020 h 10075"/>
              <a:gd name="connsiteX5" fmla="*/ 738 w 10790"/>
              <a:gd name="connsiteY5" fmla="*/ 1 h 10075"/>
              <a:gd name="connsiteX0" fmla="*/ 777 w 10829"/>
              <a:gd name="connsiteY0" fmla="*/ 1 h 10075"/>
              <a:gd name="connsiteX1" fmla="*/ 10819 w 10829"/>
              <a:gd name="connsiteY1" fmla="*/ 0 h 10075"/>
              <a:gd name="connsiteX2" fmla="*/ 8915 w 10829"/>
              <a:gd name="connsiteY2" fmla="*/ 4961 h 10075"/>
              <a:gd name="connsiteX3" fmla="*/ 10829 w 10829"/>
              <a:gd name="connsiteY3" fmla="*/ 9957 h 10075"/>
              <a:gd name="connsiteX4" fmla="*/ 770 w 10829"/>
              <a:gd name="connsiteY4" fmla="*/ 10020 h 10075"/>
              <a:gd name="connsiteX5" fmla="*/ 777 w 10829"/>
              <a:gd name="connsiteY5" fmla="*/ 1 h 10075"/>
              <a:gd name="connsiteX0" fmla="*/ 761 w 10813"/>
              <a:gd name="connsiteY0" fmla="*/ 1 h 10075"/>
              <a:gd name="connsiteX1" fmla="*/ 10803 w 10813"/>
              <a:gd name="connsiteY1" fmla="*/ 0 h 10075"/>
              <a:gd name="connsiteX2" fmla="*/ 8899 w 10813"/>
              <a:gd name="connsiteY2" fmla="*/ 4961 h 10075"/>
              <a:gd name="connsiteX3" fmla="*/ 10813 w 10813"/>
              <a:gd name="connsiteY3" fmla="*/ 9957 h 10075"/>
              <a:gd name="connsiteX4" fmla="*/ 754 w 10813"/>
              <a:gd name="connsiteY4" fmla="*/ 10020 h 10075"/>
              <a:gd name="connsiteX5" fmla="*/ 761 w 10813"/>
              <a:gd name="connsiteY5" fmla="*/ 1 h 10075"/>
              <a:gd name="connsiteX0" fmla="*/ 251 w 10303"/>
              <a:gd name="connsiteY0" fmla="*/ 1 h 10075"/>
              <a:gd name="connsiteX1" fmla="*/ 10293 w 10303"/>
              <a:gd name="connsiteY1" fmla="*/ 0 h 10075"/>
              <a:gd name="connsiteX2" fmla="*/ 8389 w 10303"/>
              <a:gd name="connsiteY2" fmla="*/ 4961 h 10075"/>
              <a:gd name="connsiteX3" fmla="*/ 10303 w 10303"/>
              <a:gd name="connsiteY3" fmla="*/ 9957 h 10075"/>
              <a:gd name="connsiteX4" fmla="*/ 244 w 10303"/>
              <a:gd name="connsiteY4" fmla="*/ 10020 h 10075"/>
              <a:gd name="connsiteX5" fmla="*/ 251 w 10303"/>
              <a:gd name="connsiteY5" fmla="*/ 1 h 10075"/>
              <a:gd name="connsiteX0" fmla="*/ 746 w 10798"/>
              <a:gd name="connsiteY0" fmla="*/ 1 h 10075"/>
              <a:gd name="connsiteX1" fmla="*/ 10788 w 10798"/>
              <a:gd name="connsiteY1" fmla="*/ 0 h 10075"/>
              <a:gd name="connsiteX2" fmla="*/ 8884 w 10798"/>
              <a:gd name="connsiteY2" fmla="*/ 4961 h 10075"/>
              <a:gd name="connsiteX3" fmla="*/ 10798 w 10798"/>
              <a:gd name="connsiteY3" fmla="*/ 9957 h 10075"/>
              <a:gd name="connsiteX4" fmla="*/ 739 w 10798"/>
              <a:gd name="connsiteY4" fmla="*/ 10020 h 10075"/>
              <a:gd name="connsiteX5" fmla="*/ 746 w 10798"/>
              <a:gd name="connsiteY5" fmla="*/ 1 h 10075"/>
              <a:gd name="connsiteX0" fmla="*/ 8 w 10060"/>
              <a:gd name="connsiteY0" fmla="*/ 1 h 10075"/>
              <a:gd name="connsiteX1" fmla="*/ 10050 w 10060"/>
              <a:gd name="connsiteY1" fmla="*/ 0 h 10075"/>
              <a:gd name="connsiteX2" fmla="*/ 8146 w 10060"/>
              <a:gd name="connsiteY2" fmla="*/ 4961 h 10075"/>
              <a:gd name="connsiteX3" fmla="*/ 10060 w 10060"/>
              <a:gd name="connsiteY3" fmla="*/ 9957 h 10075"/>
              <a:gd name="connsiteX4" fmla="*/ 1 w 10060"/>
              <a:gd name="connsiteY4" fmla="*/ 10020 h 10075"/>
              <a:gd name="connsiteX5" fmla="*/ 8 w 10060"/>
              <a:gd name="connsiteY5" fmla="*/ 1 h 10075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60"/>
              <a:gd name="connsiteY0" fmla="*/ 1 h 10020"/>
              <a:gd name="connsiteX1" fmla="*/ 10050 w 10060"/>
              <a:gd name="connsiteY1" fmla="*/ 0 h 10020"/>
              <a:gd name="connsiteX2" fmla="*/ 8146 w 10060"/>
              <a:gd name="connsiteY2" fmla="*/ 4961 h 10020"/>
              <a:gd name="connsiteX3" fmla="*/ 10060 w 10060"/>
              <a:gd name="connsiteY3" fmla="*/ 9957 h 10020"/>
              <a:gd name="connsiteX4" fmla="*/ 1 w 10060"/>
              <a:gd name="connsiteY4" fmla="*/ 10020 h 10020"/>
              <a:gd name="connsiteX5" fmla="*/ 8 w 10060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20"/>
              <a:gd name="connsiteX1" fmla="*/ 10050 w 10089"/>
              <a:gd name="connsiteY1" fmla="*/ 0 h 10020"/>
              <a:gd name="connsiteX2" fmla="*/ 8146 w 10089"/>
              <a:gd name="connsiteY2" fmla="*/ 4961 h 10020"/>
              <a:gd name="connsiteX3" fmla="*/ 10089 w 10089"/>
              <a:gd name="connsiteY3" fmla="*/ 9987 h 10020"/>
              <a:gd name="connsiteX4" fmla="*/ 1 w 10089"/>
              <a:gd name="connsiteY4" fmla="*/ 10020 h 10020"/>
              <a:gd name="connsiteX5" fmla="*/ 8 w 10089"/>
              <a:gd name="connsiteY5" fmla="*/ 1 h 10020"/>
              <a:gd name="connsiteX0" fmla="*/ 8 w 10089"/>
              <a:gd name="connsiteY0" fmla="*/ 1 h 10010"/>
              <a:gd name="connsiteX1" fmla="*/ 10050 w 10089"/>
              <a:gd name="connsiteY1" fmla="*/ 0 h 10010"/>
              <a:gd name="connsiteX2" fmla="*/ 8146 w 10089"/>
              <a:gd name="connsiteY2" fmla="*/ 4961 h 10010"/>
              <a:gd name="connsiteX3" fmla="*/ 10089 w 10089"/>
              <a:gd name="connsiteY3" fmla="*/ 9987 h 10010"/>
              <a:gd name="connsiteX4" fmla="*/ 1 w 10089"/>
              <a:gd name="connsiteY4" fmla="*/ 10010 h 10010"/>
              <a:gd name="connsiteX5" fmla="*/ 8 w 10089"/>
              <a:gd name="connsiteY5" fmla="*/ 1 h 10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89" h="10010">
                <a:moveTo>
                  <a:pt x="8" y="1"/>
                </a:moveTo>
                <a:lnTo>
                  <a:pt x="10050" y="0"/>
                </a:lnTo>
                <a:cubicBezTo>
                  <a:pt x="8837" y="1464"/>
                  <a:pt x="8140" y="3297"/>
                  <a:pt x="8146" y="4961"/>
                </a:cubicBezTo>
                <a:cubicBezTo>
                  <a:pt x="8152" y="6625"/>
                  <a:pt x="8902" y="8823"/>
                  <a:pt x="10089" y="9987"/>
                </a:cubicBezTo>
                <a:lnTo>
                  <a:pt x="1" y="10010"/>
                </a:lnTo>
                <a:cubicBezTo>
                  <a:pt x="-2" y="7127"/>
                  <a:pt x="5" y="1839"/>
                  <a:pt x="8" y="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7112843" cy="3240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7112843" cy="252413"/>
          </a:xfrm>
        </p:spPr>
        <p:txBody>
          <a:bodyPr anchor="b" anchorCtr="0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4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5945202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6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3977B1A6-217B-41F0-9DFC-F7E7553812ED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7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5945202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8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Content Placeholder 8">
            <a:extLst>
              <a:ext uri="{FF2B5EF4-FFF2-40B4-BE49-F238E27FC236}">
                <a16:creationId xmlns:a16="http://schemas.microsoft.com/office/drawing/2014/main" id="{39310101-83C5-1407-4907-E4CBFBBE803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34961" y="1376363"/>
            <a:ext cx="7112843" cy="4679950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3941361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Blue Conten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E5FEB1BF-997C-4287-8BCC-41F04BFCE26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  <a:lvl2pPr>
              <a:defRPr>
                <a:solidFill>
                  <a:srgbClr val="FFFFFF"/>
                </a:solidFill>
                <a:effectLst/>
              </a:defRPr>
            </a:lvl2pPr>
            <a:lvl3pPr>
              <a:defRPr>
                <a:solidFill>
                  <a:srgbClr val="FFFFFF"/>
                </a:solidFill>
                <a:effectLst/>
              </a:defRPr>
            </a:lvl3pPr>
            <a:lvl4pPr>
              <a:defRPr>
                <a:solidFill>
                  <a:srgbClr val="FFFFFF"/>
                </a:solidFill>
                <a:effectLst/>
              </a:defRPr>
            </a:lvl4pPr>
            <a:lvl5pPr>
              <a:defRPr>
                <a:solidFill>
                  <a:srgbClr val="FFFFFF"/>
                </a:solidFill>
                <a:effectLst/>
              </a:defRPr>
            </a:lvl5pPr>
            <a:lvl6pPr>
              <a:defRPr>
                <a:solidFill>
                  <a:srgbClr val="FFFFFF"/>
                </a:solidFill>
                <a:effectLst/>
              </a:defRPr>
            </a:lvl6pPr>
            <a:lvl7pPr>
              <a:defRPr>
                <a:solidFill>
                  <a:srgbClr val="FFFFFF"/>
                </a:solidFill>
                <a:effectLst/>
              </a:defRPr>
            </a:lvl7pPr>
            <a:lvl8pPr>
              <a:defRPr>
                <a:solidFill>
                  <a:srgbClr val="FFFFFF"/>
                </a:solidFill>
                <a:effectLst/>
              </a:defRPr>
            </a:lvl8pPr>
            <a:lvl9pPr>
              <a:defRPr>
                <a:solidFill>
                  <a:srgbClr val="FFFFFF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E2F0D25-E757-9524-195B-6CFB80273CA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09600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“dark” picture</a:t>
            </a:r>
          </a:p>
        </p:txBody>
      </p:sp>
      <p:sp>
        <p:nvSpPr>
          <p:cNvPr id="11" name="Text Placeholder 45">
            <a:extLst>
              <a:ext uri="{FF2B5EF4-FFF2-40B4-BE49-F238E27FC236}">
                <a16:creationId xmlns:a16="http://schemas.microsoft.com/office/drawing/2014/main" id="{63850410-D7F9-C04C-C590-CDF01BF114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F5980475-BD41-10CE-E1C7-43CFAD3BF23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3" name="Date Placeholder 13">
            <a:extLst>
              <a:ext uri="{FF2B5EF4-FFF2-40B4-BE49-F238E27FC236}">
                <a16:creationId xmlns:a16="http://schemas.microsoft.com/office/drawing/2014/main" id="{7F95690D-67D6-88ED-CECD-C5D5D15C9685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ECB03F6F-A407-44DC-93D7-8B2BE8858086}" type="datetime3">
              <a:rPr lang="en-US" smtClean="0"/>
              <a:pPr/>
              <a:t>10 November 2025</a:t>
            </a:fld>
            <a:endParaRPr lang="en-US"/>
          </a:p>
        </p:txBody>
      </p:sp>
      <p:sp>
        <p:nvSpPr>
          <p:cNvPr id="14" name="Slide Number Placeholder 15">
            <a:extLst>
              <a:ext uri="{FF2B5EF4-FFF2-40B4-BE49-F238E27FC236}">
                <a16:creationId xmlns:a16="http://schemas.microsoft.com/office/drawing/2014/main" id="{1FB11D89-5CA4-CE93-B7AA-731D135C471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1F60E75-5799-5F7F-1E0C-87D1EE0486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6" name="Title 12">
            <a:extLst>
              <a:ext uri="{FF2B5EF4-FFF2-40B4-BE49-F238E27FC236}">
                <a16:creationId xmlns:a16="http://schemas.microsoft.com/office/drawing/2014/main" id="{27461879-2005-0A75-3953-6F76A556DD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304747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White Conten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609600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“dark” picture</a:t>
            </a:r>
          </a:p>
        </p:txBody>
      </p:sp>
      <p:sp>
        <p:nvSpPr>
          <p:cNvPr id="23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ECB03F6F-A407-44DC-93D7-8B2BE8858086}" type="datetime3">
              <a:rPr lang="en-US" smtClean="0"/>
              <a:pPr/>
              <a:t>10 November 2025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4046684-7870-BCE5-7CE0-57F367686D7D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437000C1-A3A9-E958-E2CB-C927D0E5750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5" name="Title 12">
            <a:extLst>
              <a:ext uri="{FF2B5EF4-FFF2-40B4-BE49-F238E27FC236}">
                <a16:creationId xmlns:a16="http://schemas.microsoft.com/office/drawing/2014/main" id="{1707695F-79E6-4342-258F-83131AD0C8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2784987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10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867" userDrawn="1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 Content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7BECDACB-E175-7E51-B04C-FF8FE9057148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09600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“dark” picture</a:t>
            </a:r>
          </a:p>
        </p:txBody>
      </p:sp>
      <p:sp>
        <p:nvSpPr>
          <p:cNvPr id="5" name="Text Placeholder 45">
            <a:extLst>
              <a:ext uri="{FF2B5EF4-FFF2-40B4-BE49-F238E27FC236}">
                <a16:creationId xmlns:a16="http://schemas.microsoft.com/office/drawing/2014/main" id="{B288A67D-5C97-7AEB-75FE-148AA5C192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F07238EF-1782-FBA2-D3B8-B510026EA1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9" name="Date Placeholder 13">
            <a:extLst>
              <a:ext uri="{FF2B5EF4-FFF2-40B4-BE49-F238E27FC236}">
                <a16:creationId xmlns:a16="http://schemas.microsoft.com/office/drawing/2014/main" id="{3AA91119-5857-8F26-5C0B-2BAE6EBE4908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ECB03F6F-A407-44DC-93D7-8B2BE8858086}" type="datetime3">
              <a:rPr lang="en-US" smtClean="0"/>
              <a:pPr/>
              <a:t>10 November 2025</a:t>
            </a:fld>
            <a:endParaRPr lang="en-US"/>
          </a:p>
        </p:txBody>
      </p:sp>
      <p:sp>
        <p:nvSpPr>
          <p:cNvPr id="10" name="Slide Number Placeholder 15">
            <a:extLst>
              <a:ext uri="{FF2B5EF4-FFF2-40B4-BE49-F238E27FC236}">
                <a16:creationId xmlns:a16="http://schemas.microsoft.com/office/drawing/2014/main" id="{03762FE5-F4DF-2A5A-17AD-78514B40EF6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st="508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89B2225E-E6CC-44C6-DD08-93DB00054A1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BF2CCB2-32A3-FDCC-2AE5-6E56EA1B200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5B302D2-708D-582D-1820-1552AF1A2C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2637621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Blue Content L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B778D-7C27-F3F9-EFC1-7E6289C45F6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0"/>
            <a:ext cx="6096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“light” picture</a:t>
            </a:r>
          </a:p>
        </p:txBody>
      </p:sp>
      <p:sp>
        <p:nvSpPr>
          <p:cNvPr id="4" name="Text Placeholder 45">
            <a:extLst>
              <a:ext uri="{FF2B5EF4-FFF2-40B4-BE49-F238E27FC236}">
                <a16:creationId xmlns:a16="http://schemas.microsoft.com/office/drawing/2014/main" id="{BD32AEDD-FC1C-0C9D-308B-305299750F9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tx1">
                  <a:alpha val="40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35F7B75E-8942-96D7-F562-660956D54B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300C22AD-0552-2AF6-9AFE-C4AD38E78FA1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1431D497-4E28-4932-98BB-A59C3F613285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9" name="Slide Number Placeholder 10">
            <a:extLst>
              <a:ext uri="{FF2B5EF4-FFF2-40B4-BE49-F238E27FC236}">
                <a16:creationId xmlns:a16="http://schemas.microsoft.com/office/drawing/2014/main" id="{93E4E246-A44F-6DBC-3E8E-3C0EF9D75E1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C78C0D59-817C-5190-5225-15815FC9C75A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/>
              </a:defRPr>
            </a:lvl1pPr>
            <a:lvl2pPr>
              <a:defRPr>
                <a:solidFill>
                  <a:srgbClr val="FFFFFF"/>
                </a:solidFill>
                <a:effectLst/>
              </a:defRPr>
            </a:lvl2pPr>
            <a:lvl3pPr>
              <a:defRPr>
                <a:solidFill>
                  <a:srgbClr val="FFFFFF"/>
                </a:solidFill>
                <a:effectLst/>
              </a:defRPr>
            </a:lvl3pPr>
            <a:lvl4pPr>
              <a:defRPr>
                <a:solidFill>
                  <a:srgbClr val="FFFFFF"/>
                </a:solidFill>
                <a:effectLst/>
              </a:defRPr>
            </a:lvl4pPr>
            <a:lvl5pPr>
              <a:defRPr>
                <a:solidFill>
                  <a:srgbClr val="FFFFFF"/>
                </a:solidFill>
                <a:effectLst/>
              </a:defRPr>
            </a:lvl5pPr>
            <a:lvl6pPr>
              <a:defRPr>
                <a:solidFill>
                  <a:srgbClr val="FFFFFF"/>
                </a:solidFill>
                <a:effectLst/>
              </a:defRPr>
            </a:lvl6pPr>
            <a:lvl7pPr>
              <a:defRPr>
                <a:solidFill>
                  <a:srgbClr val="FFFFFF"/>
                </a:solidFill>
                <a:effectLst/>
              </a:defRPr>
            </a:lvl7pPr>
            <a:lvl8pPr>
              <a:defRPr>
                <a:solidFill>
                  <a:srgbClr val="FFFFFF"/>
                </a:solidFill>
                <a:effectLst/>
              </a:defRPr>
            </a:lvl8pPr>
            <a:lvl9pPr>
              <a:defRPr>
                <a:solidFill>
                  <a:srgbClr val="FFFFFF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C2D2D89F-7903-F9A9-C1D3-A5A3CADF29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0" name="Title 12">
            <a:extLst>
              <a:ext uri="{FF2B5EF4-FFF2-40B4-BE49-F238E27FC236}">
                <a16:creationId xmlns:a16="http://schemas.microsoft.com/office/drawing/2014/main" id="{DB7C9FA8-6038-2A06-E3A9-6785DB36F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1539115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White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0"/>
            <a:ext cx="6096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“light” picture</a:t>
            </a:r>
          </a:p>
        </p:txBody>
      </p:sp>
      <p:sp>
        <p:nvSpPr>
          <p:cNvPr id="20" name="Text Placeholder 45"/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99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1431D497-4E28-4932-98BB-A59C3F613285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4CD536E5-C517-6FCA-F932-8E6A8DB87834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D20EE95-5892-EADA-1380-1548857E093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0AC32B65-9124-294A-C09E-10140D8498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2764262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>
          <p15:clr>
            <a:srgbClr val="FBAE40"/>
          </p15:clr>
        </p15:guide>
        <p15:guide id="5" pos="3840" userDrawn="1">
          <p15:clr>
            <a:srgbClr val="FBAE40"/>
          </p15:clr>
        </p15:guide>
        <p15:guide id="6" orient="horz" pos="867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 Content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98DA677-DEA6-EBB2-E5E9-856BDED91D17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096000" y="0"/>
            <a:ext cx="6096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“light” picture</a:t>
            </a:r>
          </a:p>
        </p:txBody>
      </p:sp>
      <p:sp>
        <p:nvSpPr>
          <p:cNvPr id="12" name="Text Placeholder 45">
            <a:extLst>
              <a:ext uri="{FF2B5EF4-FFF2-40B4-BE49-F238E27FC236}">
                <a16:creationId xmlns:a16="http://schemas.microsoft.com/office/drawing/2014/main" id="{D4BA98B9-E4F7-7BCD-890F-650040444F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07F7C74-7C49-7120-401F-886342453C9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05744A9D-FBA6-0136-5670-C7C6EE4E3D84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1431D497-4E28-4932-98BB-A59C3F613285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15" name="Slide Number Placeholder 10">
            <a:extLst>
              <a:ext uri="{FF2B5EF4-FFF2-40B4-BE49-F238E27FC236}">
                <a16:creationId xmlns:a16="http://schemas.microsoft.com/office/drawing/2014/main" id="{FA0EE950-7C40-D529-05CF-05B35B305D0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>
                <a:solidFill>
                  <a:srgbClr val="000000"/>
                </a:solidFill>
                <a:effectLst>
                  <a:outerShdw blurRad="508000" dist="50800" dir="5400000" algn="ctr" rotWithShape="0">
                    <a:srgbClr val="FFFFFF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5BD9AC0C-9B90-1FEF-A8D9-254B65313157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8A7429E5-2B5F-5337-F98F-83582F1FC56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5" name="Title 12">
            <a:extLst>
              <a:ext uri="{FF2B5EF4-FFF2-40B4-BE49-F238E27FC236}">
                <a16:creationId xmlns:a16="http://schemas.microsoft.com/office/drawing/2014/main" id="{E22C56B2-2751-E34D-A926-3DBBF45C5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1798966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0">
          <p15:clr>
            <a:srgbClr val="FBAE40"/>
          </p15:clr>
        </p15:guide>
        <p15:guide id="4" orient="horz" pos="867" userDrawn="1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alf Gray Circ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21454B9D-FB04-FD5D-1330-4C65428310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"/>
            <a:ext cx="6254750" cy="6858001"/>
          </a:xfrm>
          <a:custGeom>
            <a:avLst/>
            <a:gdLst>
              <a:gd name="connsiteX0" fmla="*/ 0 w 6254750"/>
              <a:gd name="connsiteY0" fmla="*/ 0 h 6858001"/>
              <a:gd name="connsiteX1" fmla="*/ 5355041 w 6254750"/>
              <a:gd name="connsiteY1" fmla="*/ 0 h 6858001"/>
              <a:gd name="connsiteX2" fmla="*/ 5411278 w 6254750"/>
              <a:gd name="connsiteY2" fmla="*/ 97807 h 6858001"/>
              <a:gd name="connsiteX3" fmla="*/ 6254750 w 6254750"/>
              <a:gd name="connsiteY3" fmla="*/ 3429001 h 6858001"/>
              <a:gd name="connsiteX4" fmla="*/ 5411278 w 6254750"/>
              <a:gd name="connsiteY4" fmla="*/ 6760195 h 6858001"/>
              <a:gd name="connsiteX5" fmla="*/ 5355042 w 6254750"/>
              <a:gd name="connsiteY5" fmla="*/ 6858001 h 6858001"/>
              <a:gd name="connsiteX6" fmla="*/ 0 w 6254750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4750" h="6858001">
                <a:moveTo>
                  <a:pt x="0" y="0"/>
                </a:moveTo>
                <a:lnTo>
                  <a:pt x="5355041" y="0"/>
                </a:lnTo>
                <a:lnTo>
                  <a:pt x="5411278" y="97807"/>
                </a:lnTo>
                <a:cubicBezTo>
                  <a:pt x="5949198" y="1088048"/>
                  <a:pt x="6254750" y="2222841"/>
                  <a:pt x="6254750" y="3429001"/>
                </a:cubicBezTo>
                <a:cubicBezTo>
                  <a:pt x="6254750" y="4635161"/>
                  <a:pt x="5949198" y="5769954"/>
                  <a:pt x="5411278" y="6760195"/>
                </a:cubicBezTo>
                <a:lnTo>
                  <a:pt x="5355042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endParaRPr lang="en-PT" sz="1400" err="1">
              <a:solidFill>
                <a:srgbClr val="FFFFFF"/>
              </a:solidFill>
            </a:endParaRP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391625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391625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9C92FD91-0AA2-17C6-3097-62DF271F3B1D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083889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7734077-F67B-A620-80DD-D613ED91E9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08285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A80CCF9A-37FD-2EA1-B42D-7B70A25A4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08285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2" name="Freeform 146">
            <a:extLst>
              <a:ext uri="{FF2B5EF4-FFF2-40B4-BE49-F238E27FC236}">
                <a16:creationId xmlns:a16="http://schemas.microsoft.com/office/drawing/2014/main" id="{7199D22F-ECFF-61B9-3917-122AE8A00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810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210">
          <p15:clr>
            <a:srgbClr val="FBAE40"/>
          </p15:clr>
        </p15:guide>
        <p15:guide id="3" userDrawn="1">
          <p15:clr>
            <a:srgbClr val="FBAE40"/>
          </p15:clr>
        </p15:guide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Gray Circl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0AE2F16D-7DDE-6829-DF61-006C52A3CC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10800000">
            <a:off x="5937250" y="-1"/>
            <a:ext cx="6254750" cy="6858001"/>
          </a:xfrm>
          <a:custGeom>
            <a:avLst/>
            <a:gdLst>
              <a:gd name="connsiteX0" fmla="*/ 0 w 6254750"/>
              <a:gd name="connsiteY0" fmla="*/ 0 h 6858001"/>
              <a:gd name="connsiteX1" fmla="*/ 5355041 w 6254750"/>
              <a:gd name="connsiteY1" fmla="*/ 0 h 6858001"/>
              <a:gd name="connsiteX2" fmla="*/ 5411278 w 6254750"/>
              <a:gd name="connsiteY2" fmla="*/ 97807 h 6858001"/>
              <a:gd name="connsiteX3" fmla="*/ 6254750 w 6254750"/>
              <a:gd name="connsiteY3" fmla="*/ 3429001 h 6858001"/>
              <a:gd name="connsiteX4" fmla="*/ 5411278 w 6254750"/>
              <a:gd name="connsiteY4" fmla="*/ 6760195 h 6858001"/>
              <a:gd name="connsiteX5" fmla="*/ 5355042 w 6254750"/>
              <a:gd name="connsiteY5" fmla="*/ 6858001 h 6858001"/>
              <a:gd name="connsiteX6" fmla="*/ 0 w 6254750"/>
              <a:gd name="connsiteY6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4750" h="6858001">
                <a:moveTo>
                  <a:pt x="0" y="0"/>
                </a:moveTo>
                <a:lnTo>
                  <a:pt x="5355041" y="0"/>
                </a:lnTo>
                <a:lnTo>
                  <a:pt x="5411278" y="97807"/>
                </a:lnTo>
                <a:cubicBezTo>
                  <a:pt x="5949198" y="1088048"/>
                  <a:pt x="6254750" y="2222841"/>
                  <a:pt x="6254750" y="3429001"/>
                </a:cubicBezTo>
                <a:cubicBezTo>
                  <a:pt x="6254750" y="4635161"/>
                  <a:pt x="5949198" y="5769954"/>
                  <a:pt x="5411278" y="6760195"/>
                </a:cubicBezTo>
                <a:lnTo>
                  <a:pt x="5355042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endParaRPr lang="en-PT" sz="1400" err="1">
              <a:solidFill>
                <a:srgbClr val="FFFFFF"/>
              </a:solidFill>
            </a:endParaRP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 baseline="0"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effectLst/>
              </a:defRPr>
            </a:lvl1pPr>
          </a:lstStyle>
          <a:p>
            <a:fld id="{1431D497-4E28-4932-98BB-A59C3F613285}" type="datetime3">
              <a:rPr lang="en-US" smtClean="0"/>
              <a:pPr/>
              <a:t>10 November 2025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effectLst/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1B0E7DA9-4D50-8ADB-3BC8-5E1CA8EE16EA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70EC172D-3D5E-7058-F1DE-2D45B785F4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200F0708-B4D9-1DB5-6706-8937E4A66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3637871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210">
          <p15:clr>
            <a:srgbClr val="FBAE40"/>
          </p15:clr>
        </p15:guide>
        <p15:guide id="5" orient="horz" pos="867" userDrawn="1">
          <p15:clr>
            <a:srgbClr val="FBAE40"/>
          </p15:clr>
        </p15:guide>
        <p15:guide id="6" pos="3840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25"/>
          </p:nvPr>
        </p:nvSpPr>
        <p:spPr>
          <a:xfrm>
            <a:off x="0" y="-1"/>
            <a:ext cx="12191998" cy="2521745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0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3F51C701-18C8-4189-923B-6FD3FAE7F782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12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ontent Placeholder 22">
            <a:extLst>
              <a:ext uri="{FF2B5EF4-FFF2-40B4-BE49-F238E27FC236}">
                <a16:creationId xmlns:a16="http://schemas.microsoft.com/office/drawing/2014/main" id="{9204E90A-A485-4563-86B7-686FC4234AFD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4296000" y="3071004"/>
            <a:ext cx="3600000" cy="2986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2">
            <a:extLst>
              <a:ext uri="{FF2B5EF4-FFF2-40B4-BE49-F238E27FC236}">
                <a16:creationId xmlns:a16="http://schemas.microsoft.com/office/drawing/2014/main" id="{8024026B-58A3-8256-E041-7672115EE537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8256000" y="3071004"/>
            <a:ext cx="3600000" cy="2986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22A720E7-97EF-BD25-8C30-40DDB833D60E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334964" y="3071004"/>
            <a:ext cx="3600450" cy="2986896"/>
          </a:xfrm>
        </p:spPr>
        <p:txBody>
          <a:bodyPr/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</p:txBody>
      </p:sp>
    </p:spTree>
    <p:extLst>
      <p:ext uri="{BB962C8B-B14F-4D97-AF65-F5344CB8AC3E}">
        <p14:creationId xmlns:p14="http://schemas.microsoft.com/office/powerpoint/2010/main" val="43791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1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</a:t>
            </a:r>
            <a:br>
              <a:rPr lang="en-US"/>
            </a:br>
            <a:r>
              <a:rPr lang="en-US"/>
              <a:t>Reduce picture brightness if white font lacks contrast.</a:t>
            </a:r>
          </a:p>
        </p:txBody>
      </p:sp>
      <p:sp>
        <p:nvSpPr>
          <p:cNvPr id="18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3AE3142E-7A13-4682-826D-0BF7C36C2B4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8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8544272" y="4545124"/>
            <a:ext cx="2880000" cy="1104506"/>
          </a:xfrm>
          <a:noFill/>
          <a:effectLst/>
        </p:spPr>
        <p:txBody>
          <a:bodyPr lIns="108000" tIns="108000" rIns="108000" bIns="108000" anchor="ctr" anchorCtr="0">
            <a:spAutoFit/>
          </a:bodyPr>
          <a:lstStyle>
            <a:lvl1pPr>
              <a:defRPr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Caption (optional). The box does automatically resize and can be positioned anywhere on the picture.</a:t>
            </a:r>
          </a:p>
        </p:txBody>
      </p:sp>
    </p:spTree>
    <p:extLst>
      <p:ext uri="{BB962C8B-B14F-4D97-AF65-F5344CB8AC3E}">
        <p14:creationId xmlns:p14="http://schemas.microsoft.com/office/powerpoint/2010/main" val="28249033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Image Dark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</a:t>
            </a:r>
            <a:br>
              <a:rPr lang="en-US"/>
            </a:br>
            <a:r>
              <a:rPr lang="en-US"/>
              <a:t>Reduce picture brightness if white font lacks contrast.</a:t>
            </a:r>
          </a:p>
        </p:txBody>
      </p:sp>
      <p:sp>
        <p:nvSpPr>
          <p:cNvPr id="18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4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5" name="Title 9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324000"/>
          </a:xfrm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7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0DE35527-A93B-4EB2-A8ED-DFDDEA28E16E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8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22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3" y="1376363"/>
            <a:ext cx="11520487" cy="4681537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2pPr>
            <a:lvl3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3pPr>
            <a:lvl4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4pPr>
            <a:lvl5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5pPr>
            <a:lvl6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6pPr>
            <a:lvl7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7pPr>
            <a:lvl8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8pPr>
            <a:lvl9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</p:spTree>
    <p:extLst>
      <p:ext uri="{BB962C8B-B14F-4D97-AF65-F5344CB8AC3E}">
        <p14:creationId xmlns:p14="http://schemas.microsoft.com/office/powerpoint/2010/main" val="17418772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 userDrawn="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 </a:t>
            </a:r>
            <a:br>
              <a:rPr lang="en-US"/>
            </a:br>
            <a:r>
              <a:rPr lang="en-US"/>
              <a:t>Increase picture brightness if dark font lacks contrast.</a:t>
            </a:r>
          </a:p>
        </p:txBody>
      </p:sp>
      <p:sp>
        <p:nvSpPr>
          <p:cNvPr id="15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fld id="{64C64ED7-64C5-4E35-90B5-7DAD1DE839E5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0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8544272" y="4545124"/>
            <a:ext cx="2880000" cy="1104506"/>
          </a:xfrm>
          <a:noFill/>
          <a:effectLst/>
        </p:spPr>
        <p:txBody>
          <a:bodyPr lIns="108000" tIns="108000" rIns="108000" bIns="108000" anchor="ctr" anchorCtr="0">
            <a:spAutoFit/>
          </a:bodyPr>
          <a:lstStyle>
            <a:lvl1pPr>
              <a:defRPr>
                <a:solidFill>
                  <a:schemeClr val="tx1"/>
                </a:solidFill>
                <a:effectLst>
                  <a:outerShdw blurRad="508000" dir="5400000" algn="ctr" rotWithShape="0">
                    <a:schemeClr val="bg1">
                      <a:alpha val="30000"/>
                    </a:schemeClr>
                  </a:outerShdw>
                </a:effectLst>
              </a:defRPr>
            </a:lvl1pPr>
          </a:lstStyle>
          <a:p>
            <a:r>
              <a:rPr lang="en-US"/>
              <a:t>Caption (optional). The box does automatically resize and can be positioned anywhere on the picture.</a:t>
            </a:r>
          </a:p>
        </p:txBody>
      </p:sp>
    </p:spTree>
    <p:extLst>
      <p:ext uri="{BB962C8B-B14F-4D97-AF65-F5344CB8AC3E}">
        <p14:creationId xmlns:p14="http://schemas.microsoft.com/office/powerpoint/2010/main" val="3214727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Ligh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picture! </a:t>
            </a:r>
            <a:br>
              <a:rPr lang="en-US"/>
            </a:br>
            <a:r>
              <a:rPr lang="en-US"/>
              <a:t>Increase picture brightness if dark font lacks contrast.</a:t>
            </a:r>
          </a:p>
        </p:txBody>
      </p:sp>
      <p:sp>
        <p:nvSpPr>
          <p:cNvPr id="15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11520000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effectLst/>
        </p:spPr>
        <p:txBody>
          <a:bodyPr/>
          <a:lstStyle>
            <a:lvl1pPr>
              <a:defRPr b="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 that summarizes the slide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5" hasCustomPrompt="1"/>
          </p:nvPr>
        </p:nvSpPr>
        <p:spPr>
          <a:xfrm>
            <a:off x="334963" y="1376363"/>
            <a:ext cx="11521037" cy="4681537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  <a:lvl2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2pPr>
            <a:lvl3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3pPr>
            <a:lvl4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4pPr>
            <a:lvl5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5pPr>
            <a:lvl6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6pPr>
            <a:lvl7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7pPr>
            <a:lvl8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8pPr>
            <a:lvl9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319F875F-3008-4536-B293-DB48928AF0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8283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/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vert="horz" lIns="0" tIns="0" rIns="0" bIns="0" rtlCol="0" anchor="ctr">
            <a:noAutofit/>
          </a:bodyPr>
          <a:lstStyle>
            <a:lvl1pPr algn="ctr">
              <a:defRPr lang="en-US" dirty="0" smtClean="0"/>
            </a:lvl1pPr>
          </a:lstStyle>
          <a:p>
            <a:pPr lvl="0" algn="ctr"/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6142887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rcle Pictur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9D091B0-B841-AE0D-459A-5E2A039B1AC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-23051" y="-8750"/>
            <a:ext cx="6099744" cy="6883757"/>
          </a:xfrm>
          <a:custGeom>
            <a:avLst/>
            <a:gdLst>
              <a:gd name="connsiteX0" fmla="*/ 0 w 6095997"/>
              <a:gd name="connsiteY0" fmla="*/ 0 h 6858000"/>
              <a:gd name="connsiteX1" fmla="*/ 3047999 w 6095997"/>
              <a:gd name="connsiteY1" fmla="*/ 0 h 6858000"/>
              <a:gd name="connsiteX2" fmla="*/ 6095998 w 6095997"/>
              <a:gd name="connsiteY2" fmla="*/ 3429000 h 6858000"/>
              <a:gd name="connsiteX3" fmla="*/ 3047999 w 6095997"/>
              <a:gd name="connsiteY3" fmla="*/ 6858000 h 6858000"/>
              <a:gd name="connsiteX4" fmla="*/ 0 w 6095997"/>
              <a:gd name="connsiteY4" fmla="*/ 6858000 h 6858000"/>
              <a:gd name="connsiteX5" fmla="*/ 0 w 6095997"/>
              <a:gd name="connsiteY5" fmla="*/ 0 h 6858000"/>
              <a:gd name="connsiteX0" fmla="*/ 0 w 5709136"/>
              <a:gd name="connsiteY0" fmla="*/ 0 h 6858000"/>
              <a:gd name="connsiteX1" fmla="*/ 3047999 w 5709136"/>
              <a:gd name="connsiteY1" fmla="*/ 0 h 6858000"/>
              <a:gd name="connsiteX2" fmla="*/ 5709136 w 5709136"/>
              <a:gd name="connsiteY2" fmla="*/ 3393830 h 6858000"/>
              <a:gd name="connsiteX3" fmla="*/ 3047999 w 5709136"/>
              <a:gd name="connsiteY3" fmla="*/ 6858000 h 6858000"/>
              <a:gd name="connsiteX4" fmla="*/ 0 w 5709136"/>
              <a:gd name="connsiteY4" fmla="*/ 6858000 h 6858000"/>
              <a:gd name="connsiteX5" fmla="*/ 0 w 5709136"/>
              <a:gd name="connsiteY5" fmla="*/ 0 h 6858000"/>
              <a:gd name="connsiteX0" fmla="*/ 0 w 6013221"/>
              <a:gd name="connsiteY0" fmla="*/ 0 h 6858000"/>
              <a:gd name="connsiteX1" fmla="*/ 4818184 w 6013221"/>
              <a:gd name="connsiteY1" fmla="*/ 11723 h 6858000"/>
              <a:gd name="connsiteX2" fmla="*/ 5709136 w 6013221"/>
              <a:gd name="connsiteY2" fmla="*/ 3393830 h 6858000"/>
              <a:gd name="connsiteX3" fmla="*/ 3047999 w 6013221"/>
              <a:gd name="connsiteY3" fmla="*/ 6858000 h 6858000"/>
              <a:gd name="connsiteX4" fmla="*/ 0 w 6013221"/>
              <a:gd name="connsiteY4" fmla="*/ 6858000 h 6858000"/>
              <a:gd name="connsiteX5" fmla="*/ 0 w 6013221"/>
              <a:gd name="connsiteY5" fmla="*/ 0 h 6858000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709158"/>
              <a:gd name="connsiteY0" fmla="*/ 0 h 6869723"/>
              <a:gd name="connsiteX1" fmla="*/ 4818184 w 5709158"/>
              <a:gd name="connsiteY1" fmla="*/ 11723 h 6869723"/>
              <a:gd name="connsiteX2" fmla="*/ 5709136 w 5709158"/>
              <a:gd name="connsiteY2" fmla="*/ 3393830 h 6869723"/>
              <a:gd name="connsiteX3" fmla="*/ 4794737 w 5709158"/>
              <a:gd name="connsiteY3" fmla="*/ 6869723 h 6869723"/>
              <a:gd name="connsiteX4" fmla="*/ 0 w 5709158"/>
              <a:gd name="connsiteY4" fmla="*/ 6858000 h 6869723"/>
              <a:gd name="connsiteX5" fmla="*/ 0 w 5709158"/>
              <a:gd name="connsiteY5" fmla="*/ 0 h 6869723"/>
              <a:gd name="connsiteX0" fmla="*/ 0 w 5709167"/>
              <a:gd name="connsiteY0" fmla="*/ 0 h 6869723"/>
              <a:gd name="connsiteX1" fmla="*/ 4818184 w 5709167"/>
              <a:gd name="connsiteY1" fmla="*/ 11723 h 6869723"/>
              <a:gd name="connsiteX2" fmla="*/ 5709136 w 5709167"/>
              <a:gd name="connsiteY2" fmla="*/ 3393830 h 6869723"/>
              <a:gd name="connsiteX3" fmla="*/ 4794737 w 5709167"/>
              <a:gd name="connsiteY3" fmla="*/ 6869723 h 6869723"/>
              <a:gd name="connsiteX4" fmla="*/ 0 w 5709167"/>
              <a:gd name="connsiteY4" fmla="*/ 6858000 h 6869723"/>
              <a:gd name="connsiteX5" fmla="*/ 0 w 5709167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323"/>
              <a:gd name="connsiteY0" fmla="*/ 0 h 6881446"/>
              <a:gd name="connsiteX1" fmla="*/ 4818184 w 5709323"/>
              <a:gd name="connsiteY1" fmla="*/ 11723 h 6881446"/>
              <a:gd name="connsiteX2" fmla="*/ 5709136 w 5709323"/>
              <a:gd name="connsiteY2" fmla="*/ 3393830 h 6881446"/>
              <a:gd name="connsiteX3" fmla="*/ 4865076 w 5709323"/>
              <a:gd name="connsiteY3" fmla="*/ 6881446 h 6881446"/>
              <a:gd name="connsiteX4" fmla="*/ 0 w 5709323"/>
              <a:gd name="connsiteY4" fmla="*/ 6858000 h 6881446"/>
              <a:gd name="connsiteX5" fmla="*/ 0 w 5709323"/>
              <a:gd name="connsiteY5" fmla="*/ 0 h 6881446"/>
              <a:gd name="connsiteX0" fmla="*/ 0 w 5709272"/>
              <a:gd name="connsiteY0" fmla="*/ 0 h 6881446"/>
              <a:gd name="connsiteX1" fmla="*/ 4818184 w 5709272"/>
              <a:gd name="connsiteY1" fmla="*/ 11723 h 6881446"/>
              <a:gd name="connsiteX2" fmla="*/ 5709136 w 5709272"/>
              <a:gd name="connsiteY2" fmla="*/ 3393830 h 6881446"/>
              <a:gd name="connsiteX3" fmla="*/ 4865076 w 5709272"/>
              <a:gd name="connsiteY3" fmla="*/ 6881446 h 6881446"/>
              <a:gd name="connsiteX4" fmla="*/ 0 w 5709272"/>
              <a:gd name="connsiteY4" fmla="*/ 6858000 h 6881446"/>
              <a:gd name="connsiteX5" fmla="*/ 0 w 5709272"/>
              <a:gd name="connsiteY5" fmla="*/ 0 h 6881446"/>
              <a:gd name="connsiteX0" fmla="*/ 0 w 5709242"/>
              <a:gd name="connsiteY0" fmla="*/ 0 h 6881446"/>
              <a:gd name="connsiteX1" fmla="*/ 4818184 w 5709242"/>
              <a:gd name="connsiteY1" fmla="*/ 11723 h 6881446"/>
              <a:gd name="connsiteX2" fmla="*/ 5709136 w 5709242"/>
              <a:gd name="connsiteY2" fmla="*/ 3393830 h 6881446"/>
              <a:gd name="connsiteX3" fmla="*/ 4865076 w 5709242"/>
              <a:gd name="connsiteY3" fmla="*/ 6881446 h 6881446"/>
              <a:gd name="connsiteX4" fmla="*/ 0 w 5709242"/>
              <a:gd name="connsiteY4" fmla="*/ 6858000 h 6881446"/>
              <a:gd name="connsiteX5" fmla="*/ 0 w 5709242"/>
              <a:gd name="connsiteY5" fmla="*/ 0 h 6881446"/>
              <a:gd name="connsiteX0" fmla="*/ 0 w 5709142"/>
              <a:gd name="connsiteY0" fmla="*/ 0 h 6881446"/>
              <a:gd name="connsiteX1" fmla="*/ 4853353 w 5709142"/>
              <a:gd name="connsiteY1" fmla="*/ 23446 h 6881446"/>
              <a:gd name="connsiteX2" fmla="*/ 5709136 w 5709142"/>
              <a:gd name="connsiteY2" fmla="*/ 3393830 h 6881446"/>
              <a:gd name="connsiteX3" fmla="*/ 4865076 w 5709142"/>
              <a:gd name="connsiteY3" fmla="*/ 6881446 h 6881446"/>
              <a:gd name="connsiteX4" fmla="*/ 0 w 5709142"/>
              <a:gd name="connsiteY4" fmla="*/ 6858000 h 6881446"/>
              <a:gd name="connsiteX5" fmla="*/ 0 w 5709142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6092958"/>
              <a:gd name="connsiteY0" fmla="*/ 0 h 6881446"/>
              <a:gd name="connsiteX1" fmla="*/ 5248898 w 6092958"/>
              <a:gd name="connsiteY1" fmla="*/ 23446 h 6881446"/>
              <a:gd name="connsiteX2" fmla="*/ 6092958 w 6092958"/>
              <a:gd name="connsiteY2" fmla="*/ 3393830 h 6881446"/>
              <a:gd name="connsiteX3" fmla="*/ 5248898 w 6092958"/>
              <a:gd name="connsiteY3" fmla="*/ 6881446 h 6881446"/>
              <a:gd name="connsiteX4" fmla="*/ 383822 w 6092958"/>
              <a:gd name="connsiteY4" fmla="*/ 6858000 h 6881446"/>
              <a:gd name="connsiteX5" fmla="*/ 0 w 6092958"/>
              <a:gd name="connsiteY5" fmla="*/ 0 h 6881446"/>
              <a:gd name="connsiteX0" fmla="*/ 11289 w 6104247"/>
              <a:gd name="connsiteY0" fmla="*/ 0 h 6881446"/>
              <a:gd name="connsiteX1" fmla="*/ 5260187 w 6104247"/>
              <a:gd name="connsiteY1" fmla="*/ 23446 h 6881446"/>
              <a:gd name="connsiteX2" fmla="*/ 6104247 w 6104247"/>
              <a:gd name="connsiteY2" fmla="*/ 3393830 h 6881446"/>
              <a:gd name="connsiteX3" fmla="*/ 5260187 w 6104247"/>
              <a:gd name="connsiteY3" fmla="*/ 6881446 h 6881446"/>
              <a:gd name="connsiteX4" fmla="*/ 0 w 6104247"/>
              <a:gd name="connsiteY4" fmla="*/ 6869289 h 6881446"/>
              <a:gd name="connsiteX5" fmla="*/ 11289 w 6104247"/>
              <a:gd name="connsiteY5" fmla="*/ 0 h 6881446"/>
              <a:gd name="connsiteX0" fmla="*/ 11289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11289 w 6104257"/>
              <a:gd name="connsiteY5" fmla="*/ 2311 h 6883757"/>
              <a:gd name="connsiteX0" fmla="*/ 4850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4850 w 6104257"/>
              <a:gd name="connsiteY5" fmla="*/ 2311 h 6883757"/>
              <a:gd name="connsiteX0" fmla="*/ 337 w 6099744"/>
              <a:gd name="connsiteY0" fmla="*/ 2311 h 6883757"/>
              <a:gd name="connsiteX1" fmla="*/ 5242795 w 6099744"/>
              <a:gd name="connsiteY1" fmla="*/ 0 h 6883757"/>
              <a:gd name="connsiteX2" fmla="*/ 6099734 w 6099744"/>
              <a:gd name="connsiteY2" fmla="*/ 3396141 h 6883757"/>
              <a:gd name="connsiteX3" fmla="*/ 5255674 w 6099744"/>
              <a:gd name="connsiteY3" fmla="*/ 6883757 h 6883757"/>
              <a:gd name="connsiteX4" fmla="*/ 1926 w 6099744"/>
              <a:gd name="connsiteY4" fmla="*/ 6878039 h 6883757"/>
              <a:gd name="connsiteX5" fmla="*/ 337 w 6099744"/>
              <a:gd name="connsiteY5" fmla="*/ 2311 h 6883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744" h="6883757">
                <a:moveTo>
                  <a:pt x="337" y="2311"/>
                </a:moveTo>
                <a:lnTo>
                  <a:pt x="5242795" y="0"/>
                </a:lnTo>
                <a:cubicBezTo>
                  <a:pt x="5706958" y="644768"/>
                  <a:pt x="6097588" y="2248848"/>
                  <a:pt x="6099734" y="3396141"/>
                </a:cubicBezTo>
                <a:cubicBezTo>
                  <a:pt x="6101880" y="4543434"/>
                  <a:pt x="5778452" y="6098311"/>
                  <a:pt x="5255674" y="6883757"/>
                </a:cubicBezTo>
                <a:lnTo>
                  <a:pt x="1926" y="6878039"/>
                </a:lnTo>
                <a:cubicBezTo>
                  <a:pt x="3543" y="4588276"/>
                  <a:pt x="-1280" y="2292074"/>
                  <a:pt x="337" y="231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picture!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8EB0E314-94F4-4A74-AA03-D378A608C6B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E4D4F01-1247-02FB-167B-DAACC663B29F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38055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41E386-3AC6-FDA2-EEA4-DACF90613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158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1" name="Title 12">
            <a:extLst>
              <a:ext uri="{FF2B5EF4-FFF2-40B4-BE49-F238E27FC236}">
                <a16:creationId xmlns:a16="http://schemas.microsoft.com/office/drawing/2014/main" id="{E56352E0-E928-B792-E3A3-C497056D22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159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C851EB8A-9F49-E2B4-0417-C722CE9B6A0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3766515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" name="Footer Placeholder 14">
            <a:extLst>
              <a:ext uri="{FF2B5EF4-FFF2-40B4-BE49-F238E27FC236}">
                <a16:creationId xmlns:a16="http://schemas.microsoft.com/office/drawing/2014/main" id="{2363C2CA-AA39-30C8-9D0F-A6325CABF59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3766515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6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rcle Pictur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B9D091B0-B841-AE0D-459A-5E2A039B1ACF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-23051" y="-8750"/>
            <a:ext cx="6099744" cy="6883757"/>
          </a:xfrm>
          <a:custGeom>
            <a:avLst/>
            <a:gdLst>
              <a:gd name="connsiteX0" fmla="*/ 0 w 6095997"/>
              <a:gd name="connsiteY0" fmla="*/ 0 h 6858000"/>
              <a:gd name="connsiteX1" fmla="*/ 3047999 w 6095997"/>
              <a:gd name="connsiteY1" fmla="*/ 0 h 6858000"/>
              <a:gd name="connsiteX2" fmla="*/ 6095998 w 6095997"/>
              <a:gd name="connsiteY2" fmla="*/ 3429000 h 6858000"/>
              <a:gd name="connsiteX3" fmla="*/ 3047999 w 6095997"/>
              <a:gd name="connsiteY3" fmla="*/ 6858000 h 6858000"/>
              <a:gd name="connsiteX4" fmla="*/ 0 w 6095997"/>
              <a:gd name="connsiteY4" fmla="*/ 6858000 h 6858000"/>
              <a:gd name="connsiteX5" fmla="*/ 0 w 6095997"/>
              <a:gd name="connsiteY5" fmla="*/ 0 h 6858000"/>
              <a:gd name="connsiteX0" fmla="*/ 0 w 5709136"/>
              <a:gd name="connsiteY0" fmla="*/ 0 h 6858000"/>
              <a:gd name="connsiteX1" fmla="*/ 3047999 w 5709136"/>
              <a:gd name="connsiteY1" fmla="*/ 0 h 6858000"/>
              <a:gd name="connsiteX2" fmla="*/ 5709136 w 5709136"/>
              <a:gd name="connsiteY2" fmla="*/ 3393830 h 6858000"/>
              <a:gd name="connsiteX3" fmla="*/ 3047999 w 5709136"/>
              <a:gd name="connsiteY3" fmla="*/ 6858000 h 6858000"/>
              <a:gd name="connsiteX4" fmla="*/ 0 w 5709136"/>
              <a:gd name="connsiteY4" fmla="*/ 6858000 h 6858000"/>
              <a:gd name="connsiteX5" fmla="*/ 0 w 5709136"/>
              <a:gd name="connsiteY5" fmla="*/ 0 h 6858000"/>
              <a:gd name="connsiteX0" fmla="*/ 0 w 6013221"/>
              <a:gd name="connsiteY0" fmla="*/ 0 h 6858000"/>
              <a:gd name="connsiteX1" fmla="*/ 4818184 w 6013221"/>
              <a:gd name="connsiteY1" fmla="*/ 11723 h 6858000"/>
              <a:gd name="connsiteX2" fmla="*/ 5709136 w 6013221"/>
              <a:gd name="connsiteY2" fmla="*/ 3393830 h 6858000"/>
              <a:gd name="connsiteX3" fmla="*/ 3047999 w 6013221"/>
              <a:gd name="connsiteY3" fmla="*/ 6858000 h 6858000"/>
              <a:gd name="connsiteX4" fmla="*/ 0 w 6013221"/>
              <a:gd name="connsiteY4" fmla="*/ 6858000 h 6858000"/>
              <a:gd name="connsiteX5" fmla="*/ 0 w 6013221"/>
              <a:gd name="connsiteY5" fmla="*/ 0 h 6858000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896981"/>
              <a:gd name="connsiteY0" fmla="*/ 0 h 6869723"/>
              <a:gd name="connsiteX1" fmla="*/ 4818184 w 5896981"/>
              <a:gd name="connsiteY1" fmla="*/ 11723 h 6869723"/>
              <a:gd name="connsiteX2" fmla="*/ 5709136 w 5896981"/>
              <a:gd name="connsiteY2" fmla="*/ 3393830 h 6869723"/>
              <a:gd name="connsiteX3" fmla="*/ 4794737 w 5896981"/>
              <a:gd name="connsiteY3" fmla="*/ 6869723 h 6869723"/>
              <a:gd name="connsiteX4" fmla="*/ 0 w 5896981"/>
              <a:gd name="connsiteY4" fmla="*/ 6858000 h 6869723"/>
              <a:gd name="connsiteX5" fmla="*/ 0 w 5896981"/>
              <a:gd name="connsiteY5" fmla="*/ 0 h 6869723"/>
              <a:gd name="connsiteX0" fmla="*/ 0 w 5709158"/>
              <a:gd name="connsiteY0" fmla="*/ 0 h 6869723"/>
              <a:gd name="connsiteX1" fmla="*/ 4818184 w 5709158"/>
              <a:gd name="connsiteY1" fmla="*/ 11723 h 6869723"/>
              <a:gd name="connsiteX2" fmla="*/ 5709136 w 5709158"/>
              <a:gd name="connsiteY2" fmla="*/ 3393830 h 6869723"/>
              <a:gd name="connsiteX3" fmla="*/ 4794737 w 5709158"/>
              <a:gd name="connsiteY3" fmla="*/ 6869723 h 6869723"/>
              <a:gd name="connsiteX4" fmla="*/ 0 w 5709158"/>
              <a:gd name="connsiteY4" fmla="*/ 6858000 h 6869723"/>
              <a:gd name="connsiteX5" fmla="*/ 0 w 5709158"/>
              <a:gd name="connsiteY5" fmla="*/ 0 h 6869723"/>
              <a:gd name="connsiteX0" fmla="*/ 0 w 5709167"/>
              <a:gd name="connsiteY0" fmla="*/ 0 h 6869723"/>
              <a:gd name="connsiteX1" fmla="*/ 4818184 w 5709167"/>
              <a:gd name="connsiteY1" fmla="*/ 11723 h 6869723"/>
              <a:gd name="connsiteX2" fmla="*/ 5709136 w 5709167"/>
              <a:gd name="connsiteY2" fmla="*/ 3393830 h 6869723"/>
              <a:gd name="connsiteX3" fmla="*/ 4794737 w 5709167"/>
              <a:gd name="connsiteY3" fmla="*/ 6869723 h 6869723"/>
              <a:gd name="connsiteX4" fmla="*/ 0 w 5709167"/>
              <a:gd name="connsiteY4" fmla="*/ 6858000 h 6869723"/>
              <a:gd name="connsiteX5" fmla="*/ 0 w 5709167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163"/>
              <a:gd name="connsiteY0" fmla="*/ 0 h 6869723"/>
              <a:gd name="connsiteX1" fmla="*/ 4818184 w 5709163"/>
              <a:gd name="connsiteY1" fmla="*/ 11723 h 6869723"/>
              <a:gd name="connsiteX2" fmla="*/ 5709136 w 5709163"/>
              <a:gd name="connsiteY2" fmla="*/ 3393830 h 6869723"/>
              <a:gd name="connsiteX3" fmla="*/ 4794737 w 5709163"/>
              <a:gd name="connsiteY3" fmla="*/ 6869723 h 6869723"/>
              <a:gd name="connsiteX4" fmla="*/ 0 w 5709163"/>
              <a:gd name="connsiteY4" fmla="*/ 6858000 h 6869723"/>
              <a:gd name="connsiteX5" fmla="*/ 0 w 5709163"/>
              <a:gd name="connsiteY5" fmla="*/ 0 h 6869723"/>
              <a:gd name="connsiteX0" fmla="*/ 0 w 5709323"/>
              <a:gd name="connsiteY0" fmla="*/ 0 h 6881446"/>
              <a:gd name="connsiteX1" fmla="*/ 4818184 w 5709323"/>
              <a:gd name="connsiteY1" fmla="*/ 11723 h 6881446"/>
              <a:gd name="connsiteX2" fmla="*/ 5709136 w 5709323"/>
              <a:gd name="connsiteY2" fmla="*/ 3393830 h 6881446"/>
              <a:gd name="connsiteX3" fmla="*/ 4865076 w 5709323"/>
              <a:gd name="connsiteY3" fmla="*/ 6881446 h 6881446"/>
              <a:gd name="connsiteX4" fmla="*/ 0 w 5709323"/>
              <a:gd name="connsiteY4" fmla="*/ 6858000 h 6881446"/>
              <a:gd name="connsiteX5" fmla="*/ 0 w 5709323"/>
              <a:gd name="connsiteY5" fmla="*/ 0 h 6881446"/>
              <a:gd name="connsiteX0" fmla="*/ 0 w 5709272"/>
              <a:gd name="connsiteY0" fmla="*/ 0 h 6881446"/>
              <a:gd name="connsiteX1" fmla="*/ 4818184 w 5709272"/>
              <a:gd name="connsiteY1" fmla="*/ 11723 h 6881446"/>
              <a:gd name="connsiteX2" fmla="*/ 5709136 w 5709272"/>
              <a:gd name="connsiteY2" fmla="*/ 3393830 h 6881446"/>
              <a:gd name="connsiteX3" fmla="*/ 4865076 w 5709272"/>
              <a:gd name="connsiteY3" fmla="*/ 6881446 h 6881446"/>
              <a:gd name="connsiteX4" fmla="*/ 0 w 5709272"/>
              <a:gd name="connsiteY4" fmla="*/ 6858000 h 6881446"/>
              <a:gd name="connsiteX5" fmla="*/ 0 w 5709272"/>
              <a:gd name="connsiteY5" fmla="*/ 0 h 6881446"/>
              <a:gd name="connsiteX0" fmla="*/ 0 w 5709242"/>
              <a:gd name="connsiteY0" fmla="*/ 0 h 6881446"/>
              <a:gd name="connsiteX1" fmla="*/ 4818184 w 5709242"/>
              <a:gd name="connsiteY1" fmla="*/ 11723 h 6881446"/>
              <a:gd name="connsiteX2" fmla="*/ 5709136 w 5709242"/>
              <a:gd name="connsiteY2" fmla="*/ 3393830 h 6881446"/>
              <a:gd name="connsiteX3" fmla="*/ 4865076 w 5709242"/>
              <a:gd name="connsiteY3" fmla="*/ 6881446 h 6881446"/>
              <a:gd name="connsiteX4" fmla="*/ 0 w 5709242"/>
              <a:gd name="connsiteY4" fmla="*/ 6858000 h 6881446"/>
              <a:gd name="connsiteX5" fmla="*/ 0 w 5709242"/>
              <a:gd name="connsiteY5" fmla="*/ 0 h 6881446"/>
              <a:gd name="connsiteX0" fmla="*/ 0 w 5709142"/>
              <a:gd name="connsiteY0" fmla="*/ 0 h 6881446"/>
              <a:gd name="connsiteX1" fmla="*/ 4853353 w 5709142"/>
              <a:gd name="connsiteY1" fmla="*/ 23446 h 6881446"/>
              <a:gd name="connsiteX2" fmla="*/ 5709136 w 5709142"/>
              <a:gd name="connsiteY2" fmla="*/ 3393830 h 6881446"/>
              <a:gd name="connsiteX3" fmla="*/ 4865076 w 5709142"/>
              <a:gd name="connsiteY3" fmla="*/ 6881446 h 6881446"/>
              <a:gd name="connsiteX4" fmla="*/ 0 w 5709142"/>
              <a:gd name="connsiteY4" fmla="*/ 6858000 h 6881446"/>
              <a:gd name="connsiteX5" fmla="*/ 0 w 5709142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5709136"/>
              <a:gd name="connsiteY0" fmla="*/ 0 h 6881446"/>
              <a:gd name="connsiteX1" fmla="*/ 4865076 w 5709136"/>
              <a:gd name="connsiteY1" fmla="*/ 23446 h 6881446"/>
              <a:gd name="connsiteX2" fmla="*/ 5709136 w 5709136"/>
              <a:gd name="connsiteY2" fmla="*/ 3393830 h 6881446"/>
              <a:gd name="connsiteX3" fmla="*/ 4865076 w 5709136"/>
              <a:gd name="connsiteY3" fmla="*/ 6881446 h 6881446"/>
              <a:gd name="connsiteX4" fmla="*/ 0 w 5709136"/>
              <a:gd name="connsiteY4" fmla="*/ 6858000 h 6881446"/>
              <a:gd name="connsiteX5" fmla="*/ 0 w 5709136"/>
              <a:gd name="connsiteY5" fmla="*/ 0 h 6881446"/>
              <a:gd name="connsiteX0" fmla="*/ 0 w 6092958"/>
              <a:gd name="connsiteY0" fmla="*/ 0 h 6881446"/>
              <a:gd name="connsiteX1" fmla="*/ 5248898 w 6092958"/>
              <a:gd name="connsiteY1" fmla="*/ 23446 h 6881446"/>
              <a:gd name="connsiteX2" fmla="*/ 6092958 w 6092958"/>
              <a:gd name="connsiteY2" fmla="*/ 3393830 h 6881446"/>
              <a:gd name="connsiteX3" fmla="*/ 5248898 w 6092958"/>
              <a:gd name="connsiteY3" fmla="*/ 6881446 h 6881446"/>
              <a:gd name="connsiteX4" fmla="*/ 383822 w 6092958"/>
              <a:gd name="connsiteY4" fmla="*/ 6858000 h 6881446"/>
              <a:gd name="connsiteX5" fmla="*/ 0 w 6092958"/>
              <a:gd name="connsiteY5" fmla="*/ 0 h 6881446"/>
              <a:gd name="connsiteX0" fmla="*/ 11289 w 6104247"/>
              <a:gd name="connsiteY0" fmla="*/ 0 h 6881446"/>
              <a:gd name="connsiteX1" fmla="*/ 5260187 w 6104247"/>
              <a:gd name="connsiteY1" fmla="*/ 23446 h 6881446"/>
              <a:gd name="connsiteX2" fmla="*/ 6104247 w 6104247"/>
              <a:gd name="connsiteY2" fmla="*/ 3393830 h 6881446"/>
              <a:gd name="connsiteX3" fmla="*/ 5260187 w 6104247"/>
              <a:gd name="connsiteY3" fmla="*/ 6881446 h 6881446"/>
              <a:gd name="connsiteX4" fmla="*/ 0 w 6104247"/>
              <a:gd name="connsiteY4" fmla="*/ 6869289 h 6881446"/>
              <a:gd name="connsiteX5" fmla="*/ 11289 w 6104247"/>
              <a:gd name="connsiteY5" fmla="*/ 0 h 6881446"/>
              <a:gd name="connsiteX0" fmla="*/ 11289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11289 w 6104257"/>
              <a:gd name="connsiteY5" fmla="*/ 2311 h 6883757"/>
              <a:gd name="connsiteX0" fmla="*/ 4850 w 6104257"/>
              <a:gd name="connsiteY0" fmla="*/ 2311 h 6883757"/>
              <a:gd name="connsiteX1" fmla="*/ 5247308 w 6104257"/>
              <a:gd name="connsiteY1" fmla="*/ 0 h 6883757"/>
              <a:gd name="connsiteX2" fmla="*/ 6104247 w 6104257"/>
              <a:gd name="connsiteY2" fmla="*/ 3396141 h 6883757"/>
              <a:gd name="connsiteX3" fmla="*/ 5260187 w 6104257"/>
              <a:gd name="connsiteY3" fmla="*/ 6883757 h 6883757"/>
              <a:gd name="connsiteX4" fmla="*/ 0 w 6104257"/>
              <a:gd name="connsiteY4" fmla="*/ 6871600 h 6883757"/>
              <a:gd name="connsiteX5" fmla="*/ 4850 w 6104257"/>
              <a:gd name="connsiteY5" fmla="*/ 2311 h 6883757"/>
              <a:gd name="connsiteX0" fmla="*/ 337 w 6099744"/>
              <a:gd name="connsiteY0" fmla="*/ 2311 h 6883757"/>
              <a:gd name="connsiteX1" fmla="*/ 5242795 w 6099744"/>
              <a:gd name="connsiteY1" fmla="*/ 0 h 6883757"/>
              <a:gd name="connsiteX2" fmla="*/ 6099734 w 6099744"/>
              <a:gd name="connsiteY2" fmla="*/ 3396141 h 6883757"/>
              <a:gd name="connsiteX3" fmla="*/ 5255674 w 6099744"/>
              <a:gd name="connsiteY3" fmla="*/ 6883757 h 6883757"/>
              <a:gd name="connsiteX4" fmla="*/ 1926 w 6099744"/>
              <a:gd name="connsiteY4" fmla="*/ 6878039 h 6883757"/>
              <a:gd name="connsiteX5" fmla="*/ 337 w 6099744"/>
              <a:gd name="connsiteY5" fmla="*/ 2311 h 68837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9744" h="6883757">
                <a:moveTo>
                  <a:pt x="337" y="2311"/>
                </a:moveTo>
                <a:lnTo>
                  <a:pt x="5242795" y="0"/>
                </a:lnTo>
                <a:cubicBezTo>
                  <a:pt x="5706958" y="644768"/>
                  <a:pt x="6097588" y="2248848"/>
                  <a:pt x="6099734" y="3396141"/>
                </a:cubicBezTo>
                <a:cubicBezTo>
                  <a:pt x="6101880" y="4543434"/>
                  <a:pt x="5778452" y="6098311"/>
                  <a:pt x="5255674" y="6883757"/>
                </a:cubicBezTo>
                <a:lnTo>
                  <a:pt x="1926" y="6878039"/>
                </a:lnTo>
                <a:cubicBezTo>
                  <a:pt x="3543" y="4588276"/>
                  <a:pt x="-1280" y="2292074"/>
                  <a:pt x="337" y="2311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picture!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8EB0E314-94F4-4A74-AA03-D378A608C6B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3766515" cy="144000"/>
          </a:xfrm>
          <a:effectLst/>
        </p:spPr>
        <p:txBody>
          <a:bodyPr anchor="b"/>
          <a:lstStyle>
            <a:lvl1pPr>
              <a:defRPr sz="900"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3766515" cy="144000"/>
          </a:xfrm>
          <a:effectLst/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5E4D4F01-1247-02FB-167B-DAACC663B29F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38055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25" name="Title 9">
            <a:extLst>
              <a:ext uri="{FF2B5EF4-FFF2-40B4-BE49-F238E27FC236}">
                <a16:creationId xmlns:a16="http://schemas.microsoft.com/office/drawing/2014/main" id="{1134A159-8A31-A85F-5EB9-754E5D894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4933118" cy="324000"/>
          </a:xfrm>
          <a:effectLst/>
        </p:spPr>
        <p:txBody>
          <a:bodyPr/>
          <a:lstStyle>
            <a:lvl1pPr>
              <a:defRPr b="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F47FE2BA-5B99-023E-73A2-37028AF0A57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4933118" cy="252413"/>
          </a:xfrm>
          <a:effectLst/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bg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</p:spTree>
    <p:extLst>
      <p:ext uri="{BB962C8B-B14F-4D97-AF65-F5344CB8AC3E}">
        <p14:creationId xmlns:p14="http://schemas.microsoft.com/office/powerpoint/2010/main" val="397822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867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 hasCustomPrompt="1"/>
          </p:nvPr>
        </p:nvSpPr>
        <p:spPr>
          <a:xfrm>
            <a:off x="0" y="0"/>
            <a:ext cx="6096000" cy="6858000"/>
          </a:xfr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icon to add “light” picture</a:t>
            </a:r>
          </a:p>
        </p:txBody>
      </p:sp>
      <p:sp>
        <p:nvSpPr>
          <p:cNvPr id="9" name="Text Placeholder 45">
            <a:extLst>
              <a:ext uri="{FF2B5EF4-FFF2-40B4-BE49-F238E27FC236}">
                <a16:creationId xmlns:a16="http://schemas.microsoft.com/office/drawing/2014/main" id="{F8244486-4604-BE59-4B58-94B7AA4A15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0" y="4293096"/>
            <a:ext cx="6096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4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ECB03F6F-A407-44DC-93D7-8B2BE8858086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6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11FCAA35-B42A-43C3-85AF-3B280B0877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320000" cy="144000"/>
          </a:xfrm>
          <a:effectLst/>
        </p:spPr>
        <p:txBody>
          <a:bodyPr anchor="b"/>
          <a:lstStyle>
            <a:lvl1pPr>
              <a:defRPr sz="90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35" name="Footer Placeholder 14">
            <a:extLst>
              <a:ext uri="{FF2B5EF4-FFF2-40B4-BE49-F238E27FC236}">
                <a16:creationId xmlns:a16="http://schemas.microsoft.com/office/drawing/2014/main" id="{B5FE6084-F4CC-454E-A087-01E4391345A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320000" cy="144000"/>
          </a:xfrm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FE9C6C6E-87BA-12A1-28DB-50A059F7047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chemeClr val="bg1">
                <a:alpha val="30000"/>
              </a:scheme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29E6B956-2FC9-21F1-434E-980F4254276C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6383338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3E057840-C51D-8302-9E6E-309709409C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374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F3968043-AC58-ED93-5370-45343509F9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375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</p:spTree>
    <p:extLst>
      <p:ext uri="{BB962C8B-B14F-4D97-AF65-F5344CB8AC3E}">
        <p14:creationId xmlns:p14="http://schemas.microsoft.com/office/powerpoint/2010/main" val="1731420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ame 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7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FE90A5D4-D5BA-4489-8E90-66472098E771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18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5" name="Content Placeholder 4">
            <a:extLst>
              <a:ext uri="{FF2B5EF4-FFF2-40B4-BE49-F238E27FC236}">
                <a16:creationId xmlns:a16="http://schemas.microsoft.com/office/drawing/2014/main" id="{54A83532-E546-FE50-2DB1-F4A47218FBFD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>
          <a:xfrm>
            <a:off x="334963" y="1376362"/>
            <a:ext cx="5473037" cy="468153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  <a:lvl2pPr>
              <a:defRPr>
                <a:solidFill>
                  <a:schemeClr val="tx1"/>
                </a:solidFill>
                <a:effectLst/>
              </a:defRPr>
            </a:lvl2pPr>
            <a:lvl3pPr>
              <a:defRPr>
                <a:solidFill>
                  <a:schemeClr val="tx1"/>
                </a:solidFill>
                <a:effectLst/>
              </a:defRPr>
            </a:lvl3pPr>
            <a:lvl4pPr>
              <a:defRPr>
                <a:solidFill>
                  <a:schemeClr val="tx1"/>
                </a:solidFill>
                <a:effectLst/>
              </a:defRPr>
            </a:lvl4pPr>
            <a:lvl5pPr>
              <a:defRPr>
                <a:solidFill>
                  <a:schemeClr val="tx1"/>
                </a:solidFill>
                <a:effectLst/>
              </a:defRPr>
            </a:lvl5pPr>
            <a:lvl6pPr>
              <a:defRPr>
                <a:solidFill>
                  <a:schemeClr val="tx1"/>
                </a:solidFill>
                <a:effectLst/>
              </a:defRPr>
            </a:lvl6pPr>
            <a:lvl7pPr>
              <a:defRPr>
                <a:solidFill>
                  <a:schemeClr val="tx1"/>
                </a:solidFill>
                <a:effectLst/>
              </a:defRPr>
            </a:lvl7pPr>
            <a:lvl8pPr>
              <a:defRPr>
                <a:solidFill>
                  <a:schemeClr val="tx1"/>
                </a:solidFill>
                <a:effectLst/>
              </a:defRPr>
            </a:lvl8pPr>
            <a:lvl9pPr>
              <a:defRPr>
                <a:solidFill>
                  <a:schemeClr val="tx1"/>
                </a:solidFill>
                <a:effectLst/>
              </a:defRPr>
            </a:lvl9pPr>
          </a:lstStyle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EE1A7426-D18A-5DE0-6AAC-FA7E1A5A88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999" y="684000"/>
            <a:ext cx="5486602" cy="252413"/>
          </a:xfrm>
        </p:spPr>
        <p:txBody>
          <a:bodyPr anchor="b" anchorCtr="0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Subtitle of the chart on single line</a:t>
            </a:r>
          </a:p>
        </p:txBody>
      </p:sp>
      <p:sp>
        <p:nvSpPr>
          <p:cNvPr id="37" name="Title 12">
            <a:extLst>
              <a:ext uri="{FF2B5EF4-FFF2-40B4-BE49-F238E27FC236}">
                <a16:creationId xmlns:a16="http://schemas.microsoft.com/office/drawing/2014/main" id="{F39C3DC8-8A1F-946D-8782-8C96EBE7D3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5486602" cy="324000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Enter a meaningful title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F2DDDC5-FF46-093D-13D8-F69EBEFCD26C}"/>
              </a:ext>
            </a:extLst>
          </p:cNvPr>
          <p:cNvSpPr/>
          <p:nvPr userDrawn="1"/>
        </p:nvSpPr>
        <p:spPr>
          <a:xfrm>
            <a:off x="6620285" y="1482263"/>
            <a:ext cx="2563200" cy="3044342"/>
          </a:xfrm>
          <a:prstGeom prst="roundRect">
            <a:avLst>
              <a:gd name="adj" fmla="val 3498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C7B933-A0E1-1638-4426-4F9A24336DA1}"/>
              </a:ext>
            </a:extLst>
          </p:cNvPr>
          <p:cNvSpPr/>
          <p:nvPr userDrawn="1"/>
        </p:nvSpPr>
        <p:spPr>
          <a:xfrm>
            <a:off x="9300128" y="3490724"/>
            <a:ext cx="2563200" cy="2567176"/>
          </a:xfrm>
          <a:prstGeom prst="roundRect">
            <a:avLst>
              <a:gd name="adj" fmla="val 3882"/>
            </a:avLst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" name="Picture Placeholder 27">
            <a:extLst>
              <a:ext uri="{FF2B5EF4-FFF2-40B4-BE49-F238E27FC236}">
                <a16:creationId xmlns:a16="http://schemas.microsoft.com/office/drawing/2014/main" id="{B8400987-8FDF-1FB4-19AD-EE736DD49B5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620285" y="333374"/>
            <a:ext cx="2563200" cy="1046391"/>
          </a:xfrm>
          <a:prstGeom prst="roundRect">
            <a:avLst>
              <a:gd name="adj" fmla="val 8427"/>
            </a:avLst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>Click icon to add picture</a:t>
            </a:r>
            <a:endParaRPr lang="en-PT"/>
          </a:p>
        </p:txBody>
      </p:sp>
      <p:sp>
        <p:nvSpPr>
          <p:cNvPr id="10" name="Picture Placeholder 27">
            <a:extLst>
              <a:ext uri="{FF2B5EF4-FFF2-40B4-BE49-F238E27FC236}">
                <a16:creationId xmlns:a16="http://schemas.microsoft.com/office/drawing/2014/main" id="{28241ABD-AF84-0BEB-2878-622A2B7336A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296866" y="333375"/>
            <a:ext cx="2563200" cy="3045763"/>
          </a:xfrm>
          <a:prstGeom prst="roundRect">
            <a:avLst>
              <a:gd name="adj" fmla="val 3844"/>
            </a:avLst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>Click icon to add picture</a:t>
            </a:r>
            <a:endParaRPr lang="en-PT"/>
          </a:p>
        </p:txBody>
      </p:sp>
      <p:sp>
        <p:nvSpPr>
          <p:cNvPr id="11" name="Picture Placeholder 27">
            <a:extLst>
              <a:ext uri="{FF2B5EF4-FFF2-40B4-BE49-F238E27FC236}">
                <a16:creationId xmlns:a16="http://schemas.microsoft.com/office/drawing/2014/main" id="{1727FC97-97E5-3FE7-374F-27955DA171A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620285" y="4636851"/>
            <a:ext cx="2563200" cy="1421049"/>
          </a:xfrm>
          <a:prstGeom prst="roundRect">
            <a:avLst>
              <a:gd name="adj" fmla="val 6397"/>
            </a:avLst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>Click icon to add picture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145663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0" userDrawn="1">
          <p15:clr>
            <a:srgbClr val="FBAE40"/>
          </p15:clr>
        </p15:guide>
        <p15:guide id="4" orient="horz" pos="867" userDrawn="1">
          <p15:clr>
            <a:srgbClr val="FBAE40"/>
          </p15:clr>
        </p15:guide>
        <p15:guide id="5" pos="3840" userDrawn="1">
          <p15:clr>
            <a:srgbClr val="FBAE4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gend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579600"/>
          </a:xfrm>
        </p:spPr>
        <p:txBody>
          <a:bodyPr/>
          <a:lstStyle>
            <a:lvl1pPr>
              <a:defRPr sz="43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able Placeholder 6">
            <a:extLst>
              <a:ext uri="{FF2B5EF4-FFF2-40B4-BE49-F238E27FC236}">
                <a16:creationId xmlns:a16="http://schemas.microsoft.com/office/drawing/2014/main" id="{319807F8-25DC-6D77-B875-012ADC296A0F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334963" y="1376363"/>
            <a:ext cx="11272837" cy="4681537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3420641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336000" y="334800"/>
            <a:ext cx="11520000" cy="579600"/>
          </a:xfrm>
        </p:spPr>
        <p:txBody>
          <a:bodyPr/>
          <a:lstStyle>
            <a:lvl1pPr>
              <a:defRPr sz="4300" b="0"/>
            </a:lvl1pPr>
          </a:lstStyle>
          <a:p>
            <a:r>
              <a:rPr lang="en-US"/>
              <a:t>Agenda</a:t>
            </a:r>
          </a:p>
        </p:txBody>
      </p:sp>
      <p:sp>
        <p:nvSpPr>
          <p:cNvPr id="27" name="Date Placeholder 1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8" name="Footer Placeholder 8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10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able Placeholder 6">
            <a:extLst>
              <a:ext uri="{FF2B5EF4-FFF2-40B4-BE49-F238E27FC236}">
                <a16:creationId xmlns:a16="http://schemas.microsoft.com/office/drawing/2014/main" id="{1CA11BBE-CE81-3796-6316-8DB0ED237BED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>
          <a:xfrm>
            <a:off x="334963" y="1376363"/>
            <a:ext cx="11272837" cy="4681537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0869221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867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29531-BFFE-8ACE-8029-5B5AA269676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7" name="Freeform 146">
            <a:extLst>
              <a:ext uri="{FF2B5EF4-FFF2-40B4-BE49-F238E27FC236}">
                <a16:creationId xmlns:a16="http://schemas.microsoft.com/office/drawing/2014/main" id="{26588EA1-78E4-FFED-DDC5-3A681CFAEF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33CBFB-8989-6017-508F-15CA323F02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69" y="348431"/>
            <a:ext cx="8652511" cy="2238425"/>
          </a:xfrm>
          <a:effectLst/>
        </p:spPr>
        <p:txBody>
          <a:bodyPr anchor="t"/>
          <a:lstStyle>
            <a:lvl1pPr marL="227013" marR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 sz="4400" b="0">
                <a:solidFill>
                  <a:schemeClr val="tx1"/>
                </a:solidFill>
                <a:effectLst/>
              </a:defRPr>
            </a:lvl1pPr>
          </a:lstStyle>
          <a:p>
            <a:pPr marL="227013" marR="0" lvl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/>
            </a:pP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“	Hero quote lorem ipsum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labore et dol magna”</a:t>
            </a:r>
          </a:p>
        </p:txBody>
      </p:sp>
      <p:sp>
        <p:nvSpPr>
          <p:cNvPr id="7" name="Text Placeholder 18">
            <a:extLst>
              <a:ext uri="{FF2B5EF4-FFF2-40B4-BE49-F238E27FC236}">
                <a16:creationId xmlns:a16="http://schemas.microsoft.com/office/drawing/2014/main" id="{299BA462-B34C-1B37-6BF1-CA62B1F1FC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4845811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C5DAE6E7-D0E1-C980-2309-98D043C1FC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6B1D5BD5-6536-4391-88DA-891EA93C2D28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5242AF92-52E4-B21E-5849-B01EDE6C89F3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4845811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0">
            <a:extLst>
              <a:ext uri="{FF2B5EF4-FFF2-40B4-BE49-F238E27FC236}">
                <a16:creationId xmlns:a16="http://schemas.microsoft.com/office/drawing/2014/main" id="{8927F73F-CCD3-30E2-073A-688181FE876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Picture Placeholder 27">
            <a:extLst>
              <a:ext uri="{FF2B5EF4-FFF2-40B4-BE49-F238E27FC236}">
                <a16:creationId xmlns:a16="http://schemas.microsoft.com/office/drawing/2014/main" id="{4B865F84-36CE-FE85-4D2A-498B1D3BA66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68416" y="3214161"/>
            <a:ext cx="900000" cy="900000"/>
          </a:xfrm>
          <a:prstGeom prst="ellipse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>Click icon to add picture</a:t>
            </a:r>
            <a:endParaRPr lang="en-PT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52D741B9-722A-C658-9CDA-BBABEB2121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5967" y="3420730"/>
            <a:ext cx="7271213" cy="625066"/>
          </a:xfrm>
          <a:effectLst/>
        </p:spPr>
        <p:txBody>
          <a:bodyPr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i="0" baseline="0">
                <a:solidFill>
                  <a:schemeClr val="tx1"/>
                </a:solidFill>
                <a:effectLst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Title, Business, Region</a:t>
            </a:r>
          </a:p>
        </p:txBody>
      </p:sp>
    </p:spTree>
    <p:extLst>
      <p:ext uri="{BB962C8B-B14F-4D97-AF65-F5344CB8AC3E}">
        <p14:creationId xmlns:p14="http://schemas.microsoft.com/office/powerpoint/2010/main" val="30692378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ation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8">
            <a:extLst>
              <a:ext uri="{FF2B5EF4-FFF2-40B4-BE49-F238E27FC236}">
                <a16:creationId xmlns:a16="http://schemas.microsoft.com/office/drawing/2014/main" id="{BECCC991-78C4-8F35-4269-04F5DD6E96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C91D60F4-2EA7-CB4B-EEC3-5DDEA752446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D9638B71-915E-A4E7-0529-F31D77328E4F}"/>
              </a:ext>
            </a:extLst>
          </p:cNvPr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14" name="Footer Placeholder 8">
            <a:extLst>
              <a:ext uri="{FF2B5EF4-FFF2-40B4-BE49-F238E27FC236}">
                <a16:creationId xmlns:a16="http://schemas.microsoft.com/office/drawing/2014/main" id="{95797E8E-539D-16ED-53F3-EC0DBE71A52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0">
            <a:extLst>
              <a:ext uri="{FF2B5EF4-FFF2-40B4-BE49-F238E27FC236}">
                <a16:creationId xmlns:a16="http://schemas.microsoft.com/office/drawing/2014/main" id="{79406764-D075-865B-A399-AA332E48A21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EE59D3-62D2-3D31-FDD9-479ACAD161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4669" y="348431"/>
            <a:ext cx="8652511" cy="2238425"/>
          </a:xfrm>
          <a:effectLst/>
        </p:spPr>
        <p:txBody>
          <a:bodyPr anchor="t"/>
          <a:lstStyle>
            <a:lvl1pPr marL="227013" marR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 sz="4400" b="0">
                <a:solidFill>
                  <a:schemeClr val="tx1"/>
                </a:solidFill>
                <a:effectLst/>
              </a:defRPr>
            </a:lvl1pPr>
          </a:lstStyle>
          <a:p>
            <a:pPr marL="227013" marR="0" lvl="0" indent="-227013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eonik" panose="02010503030300000000" pitchFamily="2" charset="0"/>
              <a:buNone/>
              <a:defRPr/>
            </a:pP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“	Hero quote lorem ipsum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dolor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sit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amet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consectetur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adipiscing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elit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eiusmod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esto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tempor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incididunt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GB" sz="4400" u="none" strike="noStrike" kern="1200" cap="none" spc="0" normalizeH="0" baseline="0" noProof="0" err="1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</a:t>
            </a:r>
            <a:r>
              <a:rPr kumimoji="0" lang="en-GB" sz="440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labore et dol magna”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4A33B7B-3A06-9779-31E3-C906644ACD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5967" y="3420730"/>
            <a:ext cx="7271213" cy="625066"/>
          </a:xfrm>
          <a:effectLst/>
        </p:spPr>
        <p:txBody>
          <a:bodyPr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i="0" baseline="0">
                <a:solidFill>
                  <a:schemeClr val="tx1"/>
                </a:solidFill>
                <a:effectLst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Title, Business, Region</a:t>
            </a:r>
          </a:p>
        </p:txBody>
      </p:sp>
      <p:sp>
        <p:nvSpPr>
          <p:cNvPr id="20" name="Picture Placeholder 27">
            <a:extLst>
              <a:ext uri="{FF2B5EF4-FFF2-40B4-BE49-F238E27FC236}">
                <a16:creationId xmlns:a16="http://schemas.microsoft.com/office/drawing/2014/main" id="{BBE3139B-9539-D493-EA4A-B387ECC0A66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68416" y="3214161"/>
            <a:ext cx="900000" cy="900000"/>
          </a:xfrm>
          <a:prstGeom prst="ellipse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>Click icon to add picture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4791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ation with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7"/>
          </p:nvPr>
        </p:nvSpPr>
        <p:spPr>
          <a:xfrm>
            <a:off x="0" y="0"/>
            <a:ext cx="12192000" cy="6858000"/>
          </a:xfr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45"/>
          <p:cNvSpPr>
            <a:spLocks noGrp="1"/>
          </p:cNvSpPr>
          <p:nvPr>
            <p:ph type="body" sz="quarter" idx="26" hasCustomPrompt="1"/>
          </p:nvPr>
        </p:nvSpPr>
        <p:spPr>
          <a:xfrm>
            <a:off x="0" y="4293096"/>
            <a:ext cx="12192000" cy="2564904"/>
          </a:xfrm>
          <a:gradFill>
            <a:gsLst>
              <a:gs pos="21000">
                <a:schemeClr val="bg1">
                  <a:alpha val="40000"/>
                </a:schemeClr>
              </a:gs>
              <a:gs pos="100000">
                <a:schemeClr val="bg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8084E5AF-3DD8-4835-9195-93DA5CD9E092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7" name="Picture Placeholder 4"/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309600" y="6213600"/>
            <a:ext cx="734401" cy="432000"/>
          </a:xfrm>
          <a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effectLst>
            <a:outerShdw blurRad="508000" dir="5400000" algn="ctr" rotWithShape="0">
              <a:srgbClr val="000000">
                <a:alpha val="30000"/>
              </a:srgbClr>
            </a:outerShdw>
          </a:effectLst>
        </p:spPr>
        <p:txBody>
          <a:bodyPr/>
          <a:lstStyle>
            <a:lvl1pPr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2" name="Text Placeholder 18">
            <a:extLst>
              <a:ext uri="{FF2B5EF4-FFF2-40B4-BE49-F238E27FC236}">
                <a16:creationId xmlns:a16="http://schemas.microsoft.com/office/drawing/2014/main" id="{F4E82BA7-54CE-EBDD-DC75-D2B97BCC8E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  <a:effectLst/>
        </p:spPr>
        <p:txBody>
          <a:bodyPr anchor="b"/>
          <a:lstStyle>
            <a:lvl1pPr>
              <a:defRPr sz="900"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4" name="Footer Placeholder 14">
            <a:extLst>
              <a:ext uri="{FF2B5EF4-FFF2-40B4-BE49-F238E27FC236}">
                <a16:creationId xmlns:a16="http://schemas.microsoft.com/office/drawing/2014/main" id="{896E85BA-C9F4-24D6-9DA8-CB2308F1285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  <a:effectLst/>
        </p:spPr>
        <p:txBody>
          <a:bodyPr/>
          <a:lstStyle>
            <a:lvl1pPr>
              <a:defRPr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F2807B52-6D4B-C1D7-284B-DAFC9FEB13F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85967" y="3420730"/>
            <a:ext cx="7271213" cy="625066"/>
          </a:xfrm>
          <a:effectLst/>
        </p:spPr>
        <p:txBody>
          <a:bodyPr anchor="t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i="0" baseline="0">
                <a:solidFill>
                  <a:schemeClr val="tx1"/>
                </a:solidFill>
                <a:effectLst>
                  <a:outerShdw blurRad="508000" dir="5400000" algn="ctr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 Surname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b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Title, Business, Region</a:t>
            </a:r>
          </a:p>
        </p:txBody>
      </p:sp>
      <p:sp>
        <p:nvSpPr>
          <p:cNvPr id="9" name="Picture Placeholder 27">
            <a:extLst>
              <a:ext uri="{FF2B5EF4-FFF2-40B4-BE49-F238E27FC236}">
                <a16:creationId xmlns:a16="http://schemas.microsoft.com/office/drawing/2014/main" id="{7A6D5F5D-C644-7B39-A9C7-E86F50C9D7C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368416" y="3214161"/>
            <a:ext cx="900000" cy="900000"/>
          </a:xfrm>
          <a:prstGeom prst="ellipse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US"/>
              <a:t>Click icon to add picture</a:t>
            </a:r>
            <a:endParaRPr lang="en-PT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EE401035-6B3E-F694-F45A-CC19F6424B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4669" y="349906"/>
            <a:ext cx="8652511" cy="2272950"/>
          </a:xfrm>
        </p:spPr>
        <p:txBody>
          <a:bodyPr/>
          <a:lstStyle>
            <a:lvl1pPr marL="226800" indent="-226800">
              <a:lnSpc>
                <a:spcPct val="80000"/>
              </a:lnSpc>
              <a:spcBef>
                <a:spcPts val="0"/>
              </a:spcBef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1pPr>
            <a:lvl2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2pPr>
            <a:lvl3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3pPr>
            <a:lvl4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4pPr>
            <a:lvl5pPr>
              <a:defRPr sz="4400">
                <a:effectLst>
                  <a:outerShdw blurRad="508000" dir="5400000" algn="tl" rotWithShape="0">
                    <a:prstClr val="black">
                      <a:alpha val="30000"/>
                    </a:prstClr>
                  </a:outerShdw>
                </a:effectLst>
              </a:defRPr>
            </a:lvl5pPr>
          </a:lstStyle>
          <a:p>
            <a:pPr lvl="0"/>
            <a:r>
              <a:rPr lang="en-GB"/>
              <a:t>“	Hero quote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, </a:t>
            </a:r>
            <a:r>
              <a:rPr lang="en-GB" err="1"/>
              <a:t>sed</a:t>
            </a:r>
            <a:r>
              <a:rPr lang="en-GB"/>
              <a:t> do </a:t>
            </a:r>
            <a:r>
              <a:rPr lang="en-GB" err="1"/>
              <a:t>eiusmod</a:t>
            </a:r>
            <a:r>
              <a:rPr lang="en-GB"/>
              <a:t> </a:t>
            </a:r>
            <a:r>
              <a:rPr lang="en-GB" err="1"/>
              <a:t>esto</a:t>
            </a:r>
            <a:r>
              <a:rPr lang="en-GB"/>
              <a:t> </a:t>
            </a:r>
            <a:r>
              <a:rPr lang="en-GB" err="1"/>
              <a:t>tempor</a:t>
            </a:r>
            <a:r>
              <a:rPr lang="en-GB"/>
              <a:t> </a:t>
            </a:r>
            <a:r>
              <a:rPr lang="en-GB" err="1"/>
              <a:t>incididunt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labore et dol magna”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15562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4" orient="horz" pos="210" userDrawn="1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gradient&#10;&#10;AI-generated content may be incorrect.">
            <a:extLst>
              <a:ext uri="{FF2B5EF4-FFF2-40B4-BE49-F238E27FC236}">
                <a16:creationId xmlns:a16="http://schemas.microsoft.com/office/drawing/2014/main" id="{C0E350A4-4E57-707E-56B7-79EC7A9EF3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2439876"/>
            <a:ext cx="9312621" cy="1978248"/>
          </a:xfrm>
          <a:effectLst/>
        </p:spPr>
        <p:txBody>
          <a:bodyPr vert="horz" anchor="ctr"/>
          <a:lstStyle>
            <a:lvl1pPr algn="l">
              <a:defRPr sz="8000" b="0" baseline="0">
                <a:latin typeface="+mj-lt"/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3" name="Freeform 146">
            <a:extLst>
              <a:ext uri="{FF2B5EF4-FFF2-40B4-BE49-F238E27FC236}">
                <a16:creationId xmlns:a16="http://schemas.microsoft.com/office/drawing/2014/main" id="{B6EB386E-8054-9781-9F94-EF0E4D3202B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802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with Contact">
    <p:bg>
      <p:bgPr>
        <a:solidFill>
          <a:srgbClr val="006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4962" y="2439876"/>
            <a:ext cx="6887473" cy="1978248"/>
          </a:xfrm>
          <a:effectLst/>
        </p:spPr>
        <p:txBody>
          <a:bodyPr vert="horz" anchor="ctr"/>
          <a:lstStyle>
            <a:lvl1pPr algn="l">
              <a:defRPr sz="8000" b="0" baseline="0">
                <a:latin typeface="+mj-lt"/>
              </a:defRPr>
            </a:lvl1pPr>
          </a:lstStyle>
          <a:p>
            <a:r>
              <a:rPr lang="en-US"/>
              <a:t>Thank you!</a:t>
            </a:r>
          </a:p>
        </p:txBody>
      </p:sp>
      <p:pic>
        <p:nvPicPr>
          <p:cNvPr id="3" name="Graphic 2" descr="Employee badge outline">
            <a:extLst>
              <a:ext uri="{FF2B5EF4-FFF2-40B4-BE49-F238E27FC236}">
                <a16:creationId xmlns:a16="http://schemas.microsoft.com/office/drawing/2014/main" id="{9A985231-F938-59AB-0B06-5E23CB56A1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8747" y="2452470"/>
            <a:ext cx="355884" cy="355884"/>
          </a:xfrm>
          <a:prstGeom prst="rect">
            <a:avLst/>
          </a:prstGeom>
        </p:spPr>
      </p:pic>
      <p:pic>
        <p:nvPicPr>
          <p:cNvPr id="6" name="Graphic 5" descr="Marker outline">
            <a:extLst>
              <a:ext uri="{FF2B5EF4-FFF2-40B4-BE49-F238E27FC236}">
                <a16:creationId xmlns:a16="http://schemas.microsoft.com/office/drawing/2014/main" id="{0188D1CA-6932-D12A-BA75-7033114743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8488" y="2943813"/>
            <a:ext cx="376403" cy="376403"/>
          </a:xfrm>
          <a:prstGeom prst="rect">
            <a:avLst/>
          </a:prstGeom>
        </p:spPr>
      </p:pic>
      <p:pic>
        <p:nvPicPr>
          <p:cNvPr id="7" name="Graphic 6" descr="Speaker phone outline">
            <a:extLst>
              <a:ext uri="{FF2B5EF4-FFF2-40B4-BE49-F238E27FC236}">
                <a16:creationId xmlns:a16="http://schemas.microsoft.com/office/drawing/2014/main" id="{73F934C5-CFEE-1781-2995-9A3E2AADE04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8190" y="3445165"/>
            <a:ext cx="416999" cy="416999"/>
          </a:xfrm>
          <a:prstGeom prst="rect">
            <a:avLst/>
          </a:prstGeom>
        </p:spPr>
      </p:pic>
      <p:pic>
        <p:nvPicPr>
          <p:cNvPr id="8" name="Graphic 7" descr="Envelope outline">
            <a:extLst>
              <a:ext uri="{FF2B5EF4-FFF2-40B4-BE49-F238E27FC236}">
                <a16:creationId xmlns:a16="http://schemas.microsoft.com/office/drawing/2014/main" id="{F140C5E6-2139-971F-A441-1345F6CBE40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91691" y="4019023"/>
            <a:ext cx="329996" cy="329996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9F7E62E-264E-D760-6E26-BF095E1C79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72468" y="2405617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Speaker Name</a:t>
            </a:r>
          </a:p>
          <a:p>
            <a:pPr lvl="0"/>
            <a:r>
              <a:rPr lang="en-GB"/>
              <a:t>Job Title</a:t>
            </a:r>
            <a:endParaRPr lang="en-PT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5602F98-C8F1-182B-FB29-4B2FF18165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572468" y="2918890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Location</a:t>
            </a:r>
            <a:endParaRPr lang="en-PT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F3CA6055-A73E-4351-BA8B-3F7ACBCC3D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72468" y="3433678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Phone number</a:t>
            </a:r>
            <a:endParaRPr lang="en-PT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008DCAB3-C61E-F193-CB83-6219342AE3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72468" y="3950708"/>
            <a:ext cx="3284570" cy="502141"/>
          </a:xfrm>
        </p:spPr>
        <p:txBody>
          <a:bodyPr anchor="ctr"/>
          <a:lstStyle>
            <a:lvl1pPr algn="l">
              <a:lnSpc>
                <a:spcPct val="80000"/>
              </a:lnSpc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E-mail</a:t>
            </a:r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50579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8"/>
          <p:cNvSpPr>
            <a:spLocks noGrp="1"/>
          </p:cNvSpPr>
          <p:nvPr>
            <p:ph type="body" sz="quarter" idx="20" hasCustomPrompt="1"/>
          </p:nvPr>
        </p:nvSpPr>
        <p:spPr>
          <a:xfrm>
            <a:off x="1502602" y="6264000"/>
            <a:ext cx="8517834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Source: / Annotation: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10056440" y="6264000"/>
            <a:ext cx="1224136" cy="144000"/>
          </a:xfrm>
        </p:spPr>
        <p:txBody>
          <a:bodyPr anchor="b"/>
          <a:lstStyle>
            <a:lvl1pPr>
              <a:defRPr sz="900"/>
            </a:lvl1pPr>
          </a:lstStyle>
          <a:p>
            <a:pPr lvl="0"/>
            <a:r>
              <a:rPr lang="en-US"/>
              <a:t>Confidential / Draft</a:t>
            </a:r>
          </a:p>
        </p:txBody>
      </p:sp>
      <p:sp>
        <p:nvSpPr>
          <p:cNvPr id="23" name="Date Placeholder 13"/>
          <p:cNvSpPr>
            <a:spLocks noGrp="1"/>
          </p:cNvSpPr>
          <p:nvPr>
            <p:ph type="dt" sz="half" idx="22"/>
          </p:nvPr>
        </p:nvSpPr>
        <p:spPr>
          <a:xfrm>
            <a:off x="10056440" y="6444000"/>
            <a:ext cx="1224136" cy="144000"/>
          </a:xfrm>
        </p:spPr>
        <p:txBody>
          <a:bodyPr/>
          <a:lstStyle/>
          <a:p>
            <a:fld id="{F1C820CB-2C77-4446-9F12-27CAF1CB6922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24" name="Footer Placeholder 14"/>
          <p:cNvSpPr>
            <a:spLocks noGrp="1"/>
          </p:cNvSpPr>
          <p:nvPr>
            <p:ph type="ftr" sz="quarter" idx="23"/>
          </p:nvPr>
        </p:nvSpPr>
        <p:spPr>
          <a:xfrm>
            <a:off x="1502602" y="6444000"/>
            <a:ext cx="8517834" cy="1440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15"/>
          <p:cNvSpPr>
            <a:spLocks noGrp="1"/>
          </p:cNvSpPr>
          <p:nvPr>
            <p:ph type="sldNum" sz="quarter" idx="24"/>
          </p:nvPr>
        </p:nvSpPr>
        <p:spPr>
          <a:xfrm>
            <a:off x="11316580" y="6444000"/>
            <a:ext cx="539420" cy="144000"/>
          </a:xfrm>
        </p:spPr>
        <p:txBody>
          <a:bodyPr/>
          <a:lstStyle/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Titel 5"/>
          <p:cNvSpPr txBox="1">
            <a:spLocks/>
          </p:cNvSpPr>
          <p:nvPr userDrawn="1"/>
        </p:nvSpPr>
        <p:spPr>
          <a:xfrm>
            <a:off x="336000" y="1555200"/>
            <a:ext cx="7200000" cy="8863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/>
              <a:t>Legal disclaimer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336000" y="2473200"/>
            <a:ext cx="6480000" cy="1440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Copyright © 2025 </a:t>
            </a:r>
            <a:r>
              <a:rPr lang="en-US" sz="16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Körber</a:t>
            </a:r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AG or its affiliates. All rights reserved. </a:t>
            </a:r>
          </a:p>
          <a:p>
            <a:endParaRPr lang="en-US" sz="16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document and all information therein are provided in confidence and may not be disclosed to any third party without the express written permission of the disclosing party.</a:t>
            </a:r>
          </a:p>
        </p:txBody>
      </p:sp>
    </p:spTree>
    <p:extLst>
      <p:ext uri="{BB962C8B-B14F-4D97-AF65-F5344CB8AC3E}">
        <p14:creationId xmlns:p14="http://schemas.microsoft.com/office/powerpoint/2010/main" val="3276104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3" orient="horz" pos="1548">
          <p15:clr>
            <a:srgbClr val="FBAE40"/>
          </p15:clr>
        </p15:guide>
        <p15:guide id="4" orient="horz" pos="98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image" Target="../media/image1.emf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tags" Target="../tags/tag3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81"/>
            </p:custDataLst>
            <p:extLst>
              <p:ext uri="{D42A27DB-BD31-4B8C-83A1-F6EECF244321}">
                <p14:modId xmlns:p14="http://schemas.microsoft.com/office/powerpoint/2010/main" val="15507240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83" imgW="277" imgH="277" progId="TCLayout.ActiveDocument.1">
                  <p:embed/>
                </p:oleObj>
              </mc:Choice>
              <mc:Fallback>
                <p:oleObj name="think-cell Folie" r:id="rId83" imgW="277" imgH="277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8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6000" y="334800"/>
            <a:ext cx="11520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Enter a meaningful title that summarizes the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6000" y="1376362"/>
            <a:ext cx="11520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(Standard text paragraph style)</a:t>
            </a:r>
          </a:p>
          <a:p>
            <a:pPr lvl="1"/>
            <a:r>
              <a:rPr lang="en-US"/>
              <a:t>Second level (Heading style)</a:t>
            </a:r>
          </a:p>
          <a:p>
            <a:pPr lvl="2"/>
            <a:r>
              <a:rPr lang="en-US"/>
              <a:t>Third level (Bullet style)</a:t>
            </a:r>
          </a:p>
          <a:p>
            <a:pPr lvl="3"/>
            <a:r>
              <a:rPr lang="en-US"/>
              <a:t>Fourth level (Numbered list style)</a:t>
            </a:r>
          </a:p>
          <a:p>
            <a:pPr lvl="4"/>
            <a:r>
              <a:rPr lang="en-US"/>
              <a:t>Fifth level (Second indent style)</a:t>
            </a:r>
          </a:p>
          <a:p>
            <a:pPr lvl="5"/>
            <a:r>
              <a:rPr lang="en-US"/>
              <a:t>Sixth level (Standard text paragraph style indented)</a:t>
            </a:r>
          </a:p>
          <a:p>
            <a:pPr lvl="6"/>
            <a:r>
              <a:rPr lang="en-US"/>
              <a:t>Seventh level (Heading style indented)</a:t>
            </a:r>
          </a:p>
          <a:p>
            <a:pPr lvl="7"/>
            <a:r>
              <a:rPr lang="en-US"/>
              <a:t>Eighth level (Bullet style indented)</a:t>
            </a:r>
          </a:p>
          <a:p>
            <a:pPr lvl="8"/>
            <a:r>
              <a:rPr lang="en-US"/>
              <a:t>Ninth level (Second indent style indented)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6440" y="6444000"/>
            <a:ext cx="1224136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C37B28-10C0-4916-8EB5-F1BA25CF9C6D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02602" y="6444000"/>
            <a:ext cx="8517834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6580" y="6444000"/>
            <a:ext cx="53942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DFD027A-583C-4AF7-B0A0-37018ADEDA6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2" name="Rectangle 41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73" name="Rectangle 72" hidden="1"/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3200" b="0" i="0" baseline="0">
              <a:latin typeface="Arial Black" panose="020B0A04020102020204" pitchFamily="34" charset="0"/>
              <a:ea typeface="+mj-ea"/>
              <a:cs typeface="+mj-cs"/>
              <a:sym typeface="Arial Black" panose="020B0A04020102020204" pitchFamily="34" charset="0"/>
            </a:endParaRPr>
          </a:p>
        </p:txBody>
      </p:sp>
      <p:sp>
        <p:nvSpPr>
          <p:cNvPr id="104" name="Rectangle 103" hidden="1"/>
          <p:cNvSpPr/>
          <p:nvPr userDrawn="1">
            <p:custDataLst>
              <p:tags r:id="rId8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Freeform 146"/>
          <p:cNvSpPr>
            <a:spLocks noEditPoints="1"/>
          </p:cNvSpPr>
          <p:nvPr userDrawn="1"/>
        </p:nvSpPr>
        <p:spPr bwMode="auto">
          <a:xfrm>
            <a:off x="309563" y="6213475"/>
            <a:ext cx="730250" cy="430213"/>
          </a:xfrm>
          <a:custGeom>
            <a:avLst/>
            <a:gdLst>
              <a:gd name="T0" fmla="*/ 5156 w 21252"/>
              <a:gd name="T1" fmla="*/ 7346 h 12504"/>
              <a:gd name="T2" fmla="*/ 6250 w 21252"/>
              <a:gd name="T3" fmla="*/ 4705 h 12504"/>
              <a:gd name="T4" fmla="*/ 5516 w 21252"/>
              <a:gd name="T5" fmla="*/ 5518 h 12504"/>
              <a:gd name="T6" fmla="*/ 6250 w 21252"/>
              <a:gd name="T7" fmla="*/ 7290 h 12504"/>
              <a:gd name="T8" fmla="*/ 6250 w 21252"/>
              <a:gd name="T9" fmla="*/ 2 h 12504"/>
              <a:gd name="T10" fmla="*/ 10626 w 21252"/>
              <a:gd name="T11" fmla="*/ 10715 h 12504"/>
              <a:gd name="T12" fmla="*/ 15002 w 21252"/>
              <a:gd name="T13" fmla="*/ 2 h 12504"/>
              <a:gd name="T14" fmla="*/ 12038 w 21252"/>
              <a:gd name="T15" fmla="*/ 8610 h 12504"/>
              <a:gd name="T16" fmla="*/ 9746 w 21252"/>
              <a:gd name="T17" fmla="*/ 8610 h 12504"/>
              <a:gd name="T18" fmla="*/ 6249 w 21252"/>
              <a:gd name="T19" fmla="*/ 12015 h 12504"/>
              <a:gd name="T20" fmla="*/ 10288 w 21252"/>
              <a:gd name="T21" fmla="*/ 2147 h 12504"/>
              <a:gd name="T22" fmla="*/ 10626 w 21252"/>
              <a:gd name="T23" fmla="*/ 2509 h 12504"/>
              <a:gd name="T24" fmla="*/ 10963 w 21252"/>
              <a:gd name="T25" fmla="*/ 2147 h 12504"/>
              <a:gd name="T26" fmla="*/ 15002 w 21252"/>
              <a:gd name="T27" fmla="*/ 12015 h 12504"/>
              <a:gd name="T28" fmla="*/ 18748 w 21252"/>
              <a:gd name="T29" fmla="*/ 4879 h 12504"/>
              <a:gd name="T30" fmla="*/ 17077 w 21252"/>
              <a:gd name="T31" fmla="*/ 7744 h 12504"/>
              <a:gd name="T32" fmla="*/ 18236 w 21252"/>
              <a:gd name="T33" fmla="*/ 6672 h 12504"/>
              <a:gd name="T34" fmla="*/ 18734 w 21252"/>
              <a:gd name="T35" fmla="*/ 6541 h 12504"/>
              <a:gd name="T36" fmla="*/ 18175 w 21252"/>
              <a:gd name="T37" fmla="*/ 6213 h 12504"/>
              <a:gd name="T38" fmla="*/ 18014 w 21252"/>
              <a:gd name="T39" fmla="*/ 5221 h 12504"/>
              <a:gd name="T40" fmla="*/ 6087 w 21252"/>
              <a:gd name="T41" fmla="*/ 4084 h 12504"/>
              <a:gd name="T42" fmla="*/ 6087 w 21252"/>
              <a:gd name="T43" fmla="*/ 4084 h 12504"/>
              <a:gd name="T44" fmla="*/ 6701 w 21252"/>
              <a:gd name="T45" fmla="*/ 3796 h 12504"/>
              <a:gd name="T46" fmla="*/ 10617 w 21252"/>
              <a:gd name="T47" fmla="*/ 5736 h 12504"/>
              <a:gd name="T48" fmla="*/ 8407 w 21252"/>
              <a:gd name="T49" fmla="*/ 4760 h 12504"/>
              <a:gd name="T50" fmla="*/ 8931 w 21252"/>
              <a:gd name="T51" fmla="*/ 6672 h 12504"/>
              <a:gd name="T52" fmla="*/ 10821 w 21252"/>
              <a:gd name="T53" fmla="*/ 7744 h 12504"/>
              <a:gd name="T54" fmla="*/ 9909 w 21252"/>
              <a:gd name="T55" fmla="*/ 6085 h 12504"/>
              <a:gd name="T56" fmla="*/ 8930 w 21252"/>
              <a:gd name="T57" fmla="*/ 5221 h 12504"/>
              <a:gd name="T58" fmla="*/ 10090 w 21252"/>
              <a:gd name="T59" fmla="*/ 5703 h 12504"/>
              <a:gd name="T60" fmla="*/ 13338 w 21252"/>
              <a:gd name="T61" fmla="*/ 6201 h 12504"/>
              <a:gd name="T62" fmla="*/ 13390 w 21252"/>
              <a:gd name="T63" fmla="*/ 4980 h 12504"/>
              <a:gd name="T64" fmla="*/ 11438 w 21252"/>
              <a:gd name="T65" fmla="*/ 7744 h 12504"/>
              <a:gd name="T66" fmla="*/ 13697 w 21252"/>
              <a:gd name="T67" fmla="*/ 6869 h 12504"/>
              <a:gd name="T68" fmla="*/ 12682 w 21252"/>
              <a:gd name="T69" fmla="*/ 7263 h 12504"/>
              <a:gd name="T70" fmla="*/ 12651 w 21252"/>
              <a:gd name="T71" fmla="*/ 6463 h 12504"/>
              <a:gd name="T72" fmla="*/ 13054 w 21252"/>
              <a:gd name="T73" fmla="*/ 7153 h 12504"/>
              <a:gd name="T74" fmla="*/ 11946 w 21252"/>
              <a:gd name="T75" fmla="*/ 5974 h 12504"/>
              <a:gd name="T76" fmla="*/ 13029 w 21252"/>
              <a:gd name="T77" fmla="*/ 5332 h 12504"/>
              <a:gd name="T78" fmla="*/ 13034 w 21252"/>
              <a:gd name="T79" fmla="*/ 5866 h 12504"/>
              <a:gd name="T80" fmla="*/ 16140 w 21252"/>
              <a:gd name="T81" fmla="*/ 5999 h 12504"/>
              <a:gd name="T82" fmla="*/ 14916 w 21252"/>
              <a:gd name="T83" fmla="*/ 7243 h 12504"/>
              <a:gd name="T84" fmla="*/ 14407 w 21252"/>
              <a:gd name="T85" fmla="*/ 7744 h 12504"/>
              <a:gd name="T86" fmla="*/ 16390 w 21252"/>
              <a:gd name="T87" fmla="*/ 5257 h 12504"/>
              <a:gd name="T88" fmla="*/ 4623 w 21252"/>
              <a:gd name="T89" fmla="*/ 7744 h 12504"/>
              <a:gd name="T90" fmla="*/ 2618 w 21252"/>
              <a:gd name="T91" fmla="*/ 7744 h 12504"/>
              <a:gd name="T92" fmla="*/ 2618 w 21252"/>
              <a:gd name="T93" fmla="*/ 4760 h 12504"/>
              <a:gd name="T94" fmla="*/ 4623 w 21252"/>
              <a:gd name="T95" fmla="*/ 4760 h 125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252" h="12504">
                <a:moveTo>
                  <a:pt x="6250" y="4705"/>
                </a:moveTo>
                <a:cubicBezTo>
                  <a:pt x="5624" y="4705"/>
                  <a:pt x="5060" y="5082"/>
                  <a:pt x="4821" y="5660"/>
                </a:cubicBezTo>
                <a:cubicBezTo>
                  <a:pt x="4581" y="6238"/>
                  <a:pt x="4714" y="6903"/>
                  <a:pt x="5156" y="7346"/>
                </a:cubicBezTo>
                <a:cubicBezTo>
                  <a:pt x="5599" y="7788"/>
                  <a:pt x="6264" y="7921"/>
                  <a:pt x="6842" y="7681"/>
                </a:cubicBezTo>
                <a:cubicBezTo>
                  <a:pt x="7420" y="7442"/>
                  <a:pt x="7797" y="6878"/>
                  <a:pt x="7797" y="6252"/>
                </a:cubicBezTo>
                <a:cubicBezTo>
                  <a:pt x="7797" y="5398"/>
                  <a:pt x="7104" y="4705"/>
                  <a:pt x="6250" y="4705"/>
                </a:cubicBezTo>
                <a:close/>
                <a:moveTo>
                  <a:pt x="6250" y="7290"/>
                </a:moveTo>
                <a:cubicBezTo>
                  <a:pt x="5830" y="7290"/>
                  <a:pt x="5452" y="7037"/>
                  <a:pt x="5291" y="6649"/>
                </a:cubicBezTo>
                <a:cubicBezTo>
                  <a:pt x="5131" y="6261"/>
                  <a:pt x="5220" y="5815"/>
                  <a:pt x="5516" y="5518"/>
                </a:cubicBezTo>
                <a:cubicBezTo>
                  <a:pt x="5813" y="5222"/>
                  <a:pt x="6259" y="5133"/>
                  <a:pt x="6647" y="5293"/>
                </a:cubicBezTo>
                <a:cubicBezTo>
                  <a:pt x="7035" y="5454"/>
                  <a:pt x="7287" y="5832"/>
                  <a:pt x="7287" y="6252"/>
                </a:cubicBezTo>
                <a:cubicBezTo>
                  <a:pt x="7287" y="6825"/>
                  <a:pt x="6823" y="7290"/>
                  <a:pt x="6250" y="7290"/>
                </a:cubicBezTo>
                <a:close/>
                <a:moveTo>
                  <a:pt x="15002" y="2"/>
                </a:moveTo>
                <a:cubicBezTo>
                  <a:pt x="13365" y="0"/>
                  <a:pt x="11793" y="642"/>
                  <a:pt x="10626" y="1790"/>
                </a:cubicBezTo>
                <a:cubicBezTo>
                  <a:pt x="9459" y="642"/>
                  <a:pt x="7887" y="0"/>
                  <a:pt x="6250" y="2"/>
                </a:cubicBezTo>
                <a:cubicBezTo>
                  <a:pt x="2798" y="2"/>
                  <a:pt x="0" y="2800"/>
                  <a:pt x="0" y="6252"/>
                </a:cubicBezTo>
                <a:cubicBezTo>
                  <a:pt x="0" y="9704"/>
                  <a:pt x="2798" y="12502"/>
                  <a:pt x="6250" y="12502"/>
                </a:cubicBezTo>
                <a:cubicBezTo>
                  <a:pt x="7887" y="12504"/>
                  <a:pt x="9459" y="11862"/>
                  <a:pt x="10626" y="10715"/>
                </a:cubicBezTo>
                <a:cubicBezTo>
                  <a:pt x="11793" y="11862"/>
                  <a:pt x="13365" y="12504"/>
                  <a:pt x="15002" y="12502"/>
                </a:cubicBezTo>
                <a:cubicBezTo>
                  <a:pt x="18454" y="12502"/>
                  <a:pt x="21252" y="9704"/>
                  <a:pt x="21252" y="6252"/>
                </a:cubicBezTo>
                <a:cubicBezTo>
                  <a:pt x="21252" y="2800"/>
                  <a:pt x="18454" y="2"/>
                  <a:pt x="15002" y="2"/>
                </a:cubicBezTo>
                <a:close/>
                <a:moveTo>
                  <a:pt x="15002" y="12015"/>
                </a:moveTo>
                <a:cubicBezTo>
                  <a:pt x="13430" y="12015"/>
                  <a:pt x="12004" y="11381"/>
                  <a:pt x="10963" y="10357"/>
                </a:cubicBezTo>
                <a:cubicBezTo>
                  <a:pt x="11415" y="9838"/>
                  <a:pt x="11778" y="9247"/>
                  <a:pt x="12038" y="8610"/>
                </a:cubicBezTo>
                <a:lnTo>
                  <a:pt x="11505" y="8610"/>
                </a:lnTo>
                <a:cubicBezTo>
                  <a:pt x="11279" y="9111"/>
                  <a:pt x="10983" y="9577"/>
                  <a:pt x="10626" y="9995"/>
                </a:cubicBezTo>
                <a:cubicBezTo>
                  <a:pt x="10268" y="9577"/>
                  <a:pt x="9972" y="9111"/>
                  <a:pt x="9746" y="8610"/>
                </a:cubicBezTo>
                <a:lnTo>
                  <a:pt x="9213" y="8610"/>
                </a:lnTo>
                <a:cubicBezTo>
                  <a:pt x="9473" y="9247"/>
                  <a:pt x="9836" y="9838"/>
                  <a:pt x="10288" y="10357"/>
                </a:cubicBezTo>
                <a:cubicBezTo>
                  <a:pt x="9248" y="11381"/>
                  <a:pt x="7821" y="12015"/>
                  <a:pt x="6249" y="12015"/>
                </a:cubicBezTo>
                <a:cubicBezTo>
                  <a:pt x="3072" y="12015"/>
                  <a:pt x="487" y="9430"/>
                  <a:pt x="487" y="6252"/>
                </a:cubicBezTo>
                <a:cubicBezTo>
                  <a:pt x="487" y="3074"/>
                  <a:pt x="3072" y="490"/>
                  <a:pt x="6249" y="490"/>
                </a:cubicBezTo>
                <a:cubicBezTo>
                  <a:pt x="7821" y="490"/>
                  <a:pt x="9248" y="1123"/>
                  <a:pt x="10288" y="2147"/>
                </a:cubicBezTo>
                <a:cubicBezTo>
                  <a:pt x="9836" y="2666"/>
                  <a:pt x="9473" y="3257"/>
                  <a:pt x="9213" y="3894"/>
                </a:cubicBezTo>
                <a:lnTo>
                  <a:pt x="9746" y="3894"/>
                </a:lnTo>
                <a:cubicBezTo>
                  <a:pt x="9972" y="3393"/>
                  <a:pt x="10268" y="2927"/>
                  <a:pt x="10626" y="2509"/>
                </a:cubicBezTo>
                <a:cubicBezTo>
                  <a:pt x="10983" y="2927"/>
                  <a:pt x="11279" y="3393"/>
                  <a:pt x="11505" y="3894"/>
                </a:cubicBezTo>
                <a:lnTo>
                  <a:pt x="12038" y="3894"/>
                </a:lnTo>
                <a:cubicBezTo>
                  <a:pt x="11779" y="3257"/>
                  <a:pt x="11415" y="2666"/>
                  <a:pt x="10963" y="2147"/>
                </a:cubicBezTo>
                <a:cubicBezTo>
                  <a:pt x="12004" y="1123"/>
                  <a:pt x="13430" y="490"/>
                  <a:pt x="15002" y="490"/>
                </a:cubicBezTo>
                <a:cubicBezTo>
                  <a:pt x="18180" y="490"/>
                  <a:pt x="20765" y="3074"/>
                  <a:pt x="20765" y="6252"/>
                </a:cubicBezTo>
                <a:cubicBezTo>
                  <a:pt x="20765" y="9430"/>
                  <a:pt x="18179" y="12015"/>
                  <a:pt x="15002" y="12015"/>
                </a:cubicBezTo>
                <a:close/>
                <a:moveTo>
                  <a:pt x="18734" y="6541"/>
                </a:moveTo>
                <a:cubicBezTo>
                  <a:pt x="19055" y="6399"/>
                  <a:pt x="19279" y="6091"/>
                  <a:pt x="19288" y="5736"/>
                </a:cubicBezTo>
                <a:cubicBezTo>
                  <a:pt x="19297" y="5361"/>
                  <a:pt x="19084" y="5038"/>
                  <a:pt x="18748" y="4879"/>
                </a:cubicBezTo>
                <a:cubicBezTo>
                  <a:pt x="18537" y="4779"/>
                  <a:pt x="18313" y="4760"/>
                  <a:pt x="18084" y="4760"/>
                </a:cubicBezTo>
                <a:lnTo>
                  <a:pt x="17077" y="4760"/>
                </a:lnTo>
                <a:lnTo>
                  <a:pt x="17077" y="7744"/>
                </a:lnTo>
                <a:lnTo>
                  <a:pt x="17601" y="7744"/>
                </a:lnTo>
                <a:lnTo>
                  <a:pt x="17601" y="6672"/>
                </a:lnTo>
                <a:lnTo>
                  <a:pt x="18236" y="6672"/>
                </a:lnTo>
                <a:lnTo>
                  <a:pt x="18876" y="7744"/>
                </a:lnTo>
                <a:lnTo>
                  <a:pt x="19491" y="7744"/>
                </a:lnTo>
                <a:lnTo>
                  <a:pt x="18734" y="6541"/>
                </a:lnTo>
                <a:close/>
                <a:moveTo>
                  <a:pt x="18760" y="5703"/>
                </a:moveTo>
                <a:cubicBezTo>
                  <a:pt x="18760" y="5851"/>
                  <a:pt x="18698" y="5993"/>
                  <a:pt x="18580" y="6085"/>
                </a:cubicBezTo>
                <a:cubicBezTo>
                  <a:pt x="18464" y="6174"/>
                  <a:pt x="18318" y="6210"/>
                  <a:pt x="18175" y="6213"/>
                </a:cubicBezTo>
                <a:cubicBezTo>
                  <a:pt x="18040" y="6217"/>
                  <a:pt x="17657" y="6213"/>
                  <a:pt x="17601" y="6213"/>
                </a:cubicBezTo>
                <a:lnTo>
                  <a:pt x="17601" y="5221"/>
                </a:lnTo>
                <a:lnTo>
                  <a:pt x="18014" y="5221"/>
                </a:lnTo>
                <a:cubicBezTo>
                  <a:pt x="18201" y="5221"/>
                  <a:pt x="18405" y="5213"/>
                  <a:pt x="18568" y="5323"/>
                </a:cubicBezTo>
                <a:cubicBezTo>
                  <a:pt x="18696" y="5409"/>
                  <a:pt x="18760" y="5551"/>
                  <a:pt x="18760" y="5703"/>
                </a:cubicBezTo>
                <a:close/>
                <a:moveTo>
                  <a:pt x="6087" y="4084"/>
                </a:moveTo>
                <a:cubicBezTo>
                  <a:pt x="6087" y="4340"/>
                  <a:pt x="5777" y="4468"/>
                  <a:pt x="5596" y="4287"/>
                </a:cubicBezTo>
                <a:cubicBezTo>
                  <a:pt x="5415" y="4106"/>
                  <a:pt x="5543" y="3796"/>
                  <a:pt x="5799" y="3796"/>
                </a:cubicBezTo>
                <a:cubicBezTo>
                  <a:pt x="5958" y="3796"/>
                  <a:pt x="6087" y="3925"/>
                  <a:pt x="6087" y="4084"/>
                </a:cubicBezTo>
                <a:close/>
                <a:moveTo>
                  <a:pt x="6988" y="4084"/>
                </a:moveTo>
                <a:cubicBezTo>
                  <a:pt x="6988" y="4340"/>
                  <a:pt x="6679" y="4468"/>
                  <a:pt x="6497" y="4287"/>
                </a:cubicBezTo>
                <a:cubicBezTo>
                  <a:pt x="6316" y="4106"/>
                  <a:pt x="6445" y="3796"/>
                  <a:pt x="6701" y="3796"/>
                </a:cubicBezTo>
                <a:cubicBezTo>
                  <a:pt x="6860" y="3796"/>
                  <a:pt x="6988" y="3925"/>
                  <a:pt x="6988" y="4084"/>
                </a:cubicBezTo>
                <a:close/>
                <a:moveTo>
                  <a:pt x="10063" y="6541"/>
                </a:moveTo>
                <a:cubicBezTo>
                  <a:pt x="10384" y="6399"/>
                  <a:pt x="10608" y="6091"/>
                  <a:pt x="10617" y="5736"/>
                </a:cubicBezTo>
                <a:cubicBezTo>
                  <a:pt x="10626" y="5361"/>
                  <a:pt x="10413" y="5038"/>
                  <a:pt x="10077" y="4879"/>
                </a:cubicBezTo>
                <a:cubicBezTo>
                  <a:pt x="9867" y="4779"/>
                  <a:pt x="9642" y="4760"/>
                  <a:pt x="9413" y="4760"/>
                </a:cubicBezTo>
                <a:lnTo>
                  <a:pt x="8407" y="4760"/>
                </a:lnTo>
                <a:lnTo>
                  <a:pt x="8407" y="7744"/>
                </a:lnTo>
                <a:lnTo>
                  <a:pt x="8931" y="7744"/>
                </a:lnTo>
                <a:lnTo>
                  <a:pt x="8931" y="6672"/>
                </a:lnTo>
                <a:lnTo>
                  <a:pt x="9567" y="6672"/>
                </a:lnTo>
                <a:lnTo>
                  <a:pt x="10206" y="7744"/>
                </a:lnTo>
                <a:lnTo>
                  <a:pt x="10821" y="7744"/>
                </a:lnTo>
                <a:lnTo>
                  <a:pt x="10063" y="6541"/>
                </a:lnTo>
                <a:close/>
                <a:moveTo>
                  <a:pt x="10089" y="5703"/>
                </a:moveTo>
                <a:cubicBezTo>
                  <a:pt x="10089" y="5851"/>
                  <a:pt x="10028" y="5993"/>
                  <a:pt x="9909" y="6085"/>
                </a:cubicBezTo>
                <a:cubicBezTo>
                  <a:pt x="9793" y="6174"/>
                  <a:pt x="9648" y="6210"/>
                  <a:pt x="9504" y="6213"/>
                </a:cubicBezTo>
                <a:cubicBezTo>
                  <a:pt x="9369" y="6217"/>
                  <a:pt x="8987" y="6213"/>
                  <a:pt x="8930" y="6213"/>
                </a:cubicBezTo>
                <a:lnTo>
                  <a:pt x="8930" y="5221"/>
                </a:lnTo>
                <a:lnTo>
                  <a:pt x="9343" y="5221"/>
                </a:lnTo>
                <a:cubicBezTo>
                  <a:pt x="9530" y="5221"/>
                  <a:pt x="9734" y="5213"/>
                  <a:pt x="9897" y="5323"/>
                </a:cubicBezTo>
                <a:cubicBezTo>
                  <a:pt x="10026" y="5409"/>
                  <a:pt x="10090" y="5551"/>
                  <a:pt x="10090" y="5703"/>
                </a:cubicBezTo>
                <a:lnTo>
                  <a:pt x="10089" y="5703"/>
                </a:lnTo>
                <a:close/>
                <a:moveTo>
                  <a:pt x="13585" y="6442"/>
                </a:moveTo>
                <a:cubicBezTo>
                  <a:pt x="13523" y="6343"/>
                  <a:pt x="13439" y="6261"/>
                  <a:pt x="13338" y="6201"/>
                </a:cubicBezTo>
                <a:cubicBezTo>
                  <a:pt x="13430" y="6145"/>
                  <a:pt x="13507" y="6068"/>
                  <a:pt x="13562" y="5976"/>
                </a:cubicBezTo>
                <a:cubicBezTo>
                  <a:pt x="13628" y="5865"/>
                  <a:pt x="13661" y="5737"/>
                  <a:pt x="13661" y="5595"/>
                </a:cubicBezTo>
                <a:cubicBezTo>
                  <a:pt x="13661" y="5335"/>
                  <a:pt x="13570" y="5128"/>
                  <a:pt x="13390" y="4980"/>
                </a:cubicBezTo>
                <a:cubicBezTo>
                  <a:pt x="13213" y="4834"/>
                  <a:pt x="12969" y="4760"/>
                  <a:pt x="12667" y="4760"/>
                </a:cubicBezTo>
                <a:lnTo>
                  <a:pt x="11438" y="4760"/>
                </a:lnTo>
                <a:lnTo>
                  <a:pt x="11438" y="7744"/>
                </a:lnTo>
                <a:lnTo>
                  <a:pt x="12683" y="7744"/>
                </a:lnTo>
                <a:cubicBezTo>
                  <a:pt x="12988" y="7744"/>
                  <a:pt x="13235" y="7669"/>
                  <a:pt x="13418" y="7521"/>
                </a:cubicBezTo>
                <a:cubicBezTo>
                  <a:pt x="13603" y="7371"/>
                  <a:pt x="13697" y="7151"/>
                  <a:pt x="13697" y="6869"/>
                </a:cubicBezTo>
                <a:cubicBezTo>
                  <a:pt x="13697" y="6703"/>
                  <a:pt x="13659" y="6559"/>
                  <a:pt x="13585" y="6442"/>
                </a:cubicBezTo>
                <a:close/>
                <a:moveTo>
                  <a:pt x="13054" y="7153"/>
                </a:moveTo>
                <a:cubicBezTo>
                  <a:pt x="12968" y="7226"/>
                  <a:pt x="12843" y="7263"/>
                  <a:pt x="12682" y="7263"/>
                </a:cubicBezTo>
                <a:lnTo>
                  <a:pt x="11946" y="7263"/>
                </a:lnTo>
                <a:lnTo>
                  <a:pt x="11946" y="6463"/>
                </a:lnTo>
                <a:lnTo>
                  <a:pt x="12651" y="6463"/>
                </a:lnTo>
                <a:cubicBezTo>
                  <a:pt x="12841" y="6463"/>
                  <a:pt x="12978" y="6499"/>
                  <a:pt x="13060" y="6570"/>
                </a:cubicBezTo>
                <a:cubicBezTo>
                  <a:pt x="13142" y="6641"/>
                  <a:pt x="13180" y="6736"/>
                  <a:pt x="13180" y="6862"/>
                </a:cubicBezTo>
                <a:cubicBezTo>
                  <a:pt x="13180" y="6984"/>
                  <a:pt x="13139" y="7080"/>
                  <a:pt x="13054" y="7153"/>
                </a:cubicBezTo>
                <a:close/>
                <a:moveTo>
                  <a:pt x="13034" y="5866"/>
                </a:moveTo>
                <a:cubicBezTo>
                  <a:pt x="12961" y="5938"/>
                  <a:pt x="12841" y="5974"/>
                  <a:pt x="12679" y="5974"/>
                </a:cubicBezTo>
                <a:lnTo>
                  <a:pt x="11946" y="5974"/>
                </a:lnTo>
                <a:lnTo>
                  <a:pt x="11946" y="5236"/>
                </a:lnTo>
                <a:lnTo>
                  <a:pt x="12667" y="5236"/>
                </a:lnTo>
                <a:cubicBezTo>
                  <a:pt x="12828" y="5236"/>
                  <a:pt x="12950" y="5268"/>
                  <a:pt x="13029" y="5332"/>
                </a:cubicBezTo>
                <a:cubicBezTo>
                  <a:pt x="13108" y="5396"/>
                  <a:pt x="13144" y="5480"/>
                  <a:pt x="13144" y="5595"/>
                </a:cubicBezTo>
                <a:cubicBezTo>
                  <a:pt x="13145" y="5706"/>
                  <a:pt x="13109" y="5795"/>
                  <a:pt x="13035" y="5866"/>
                </a:cubicBezTo>
                <a:lnTo>
                  <a:pt x="13034" y="5866"/>
                </a:lnTo>
                <a:close/>
                <a:moveTo>
                  <a:pt x="14916" y="5257"/>
                </a:moveTo>
                <a:lnTo>
                  <a:pt x="14916" y="5999"/>
                </a:lnTo>
                <a:lnTo>
                  <a:pt x="16140" y="5999"/>
                </a:lnTo>
                <a:lnTo>
                  <a:pt x="16140" y="6497"/>
                </a:lnTo>
                <a:lnTo>
                  <a:pt x="14916" y="6497"/>
                </a:lnTo>
                <a:lnTo>
                  <a:pt x="14916" y="7243"/>
                </a:lnTo>
                <a:lnTo>
                  <a:pt x="16390" y="7243"/>
                </a:lnTo>
                <a:lnTo>
                  <a:pt x="16390" y="7744"/>
                </a:lnTo>
                <a:lnTo>
                  <a:pt x="14407" y="7744"/>
                </a:lnTo>
                <a:lnTo>
                  <a:pt x="14407" y="4760"/>
                </a:lnTo>
                <a:lnTo>
                  <a:pt x="16390" y="4760"/>
                </a:lnTo>
                <a:lnTo>
                  <a:pt x="16390" y="5257"/>
                </a:lnTo>
                <a:lnTo>
                  <a:pt x="14916" y="5257"/>
                </a:lnTo>
                <a:close/>
                <a:moveTo>
                  <a:pt x="3130" y="6252"/>
                </a:moveTo>
                <a:lnTo>
                  <a:pt x="4623" y="7744"/>
                </a:lnTo>
                <a:lnTo>
                  <a:pt x="3949" y="7744"/>
                </a:lnTo>
                <a:lnTo>
                  <a:pt x="2618" y="6424"/>
                </a:lnTo>
                <a:lnTo>
                  <a:pt x="2618" y="7744"/>
                </a:lnTo>
                <a:lnTo>
                  <a:pt x="2095" y="7744"/>
                </a:lnTo>
                <a:lnTo>
                  <a:pt x="2095" y="4760"/>
                </a:lnTo>
                <a:lnTo>
                  <a:pt x="2618" y="4760"/>
                </a:lnTo>
                <a:lnTo>
                  <a:pt x="2618" y="6087"/>
                </a:lnTo>
                <a:lnTo>
                  <a:pt x="3949" y="4760"/>
                </a:lnTo>
                <a:lnTo>
                  <a:pt x="4623" y="4760"/>
                </a:lnTo>
                <a:lnTo>
                  <a:pt x="3130" y="6252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34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43" r:id="rId2"/>
    <p:sldLayoutId id="2147483857" r:id="rId3"/>
    <p:sldLayoutId id="2147484029" r:id="rId4"/>
    <p:sldLayoutId id="2147484030" r:id="rId5"/>
    <p:sldLayoutId id="2147484038" r:id="rId6"/>
    <p:sldLayoutId id="2147483887" r:id="rId7"/>
    <p:sldLayoutId id="2147484040" r:id="rId8"/>
    <p:sldLayoutId id="2147484042" r:id="rId9"/>
    <p:sldLayoutId id="2147484039" r:id="rId10"/>
    <p:sldLayoutId id="2147484041" r:id="rId11"/>
    <p:sldLayoutId id="2147484045" r:id="rId12"/>
    <p:sldLayoutId id="2147484043" r:id="rId13"/>
    <p:sldLayoutId id="2147484044" r:id="rId14"/>
    <p:sldLayoutId id="2147484056" r:id="rId15"/>
    <p:sldLayoutId id="2147484051" r:id="rId16"/>
    <p:sldLayoutId id="2147484055" r:id="rId17"/>
    <p:sldLayoutId id="2147484049" r:id="rId18"/>
    <p:sldLayoutId id="2147484050" r:id="rId19"/>
    <p:sldLayoutId id="2147484057" r:id="rId20"/>
    <p:sldLayoutId id="2147484052" r:id="rId21"/>
    <p:sldLayoutId id="2147484053" r:id="rId22"/>
    <p:sldLayoutId id="2147484054" r:id="rId23"/>
    <p:sldLayoutId id="2147484058" r:id="rId24"/>
    <p:sldLayoutId id="2147483796" r:id="rId25"/>
    <p:sldLayoutId id="2147484059" r:id="rId26"/>
    <p:sldLayoutId id="2147483793" r:id="rId27"/>
    <p:sldLayoutId id="2147483794" r:id="rId28"/>
    <p:sldLayoutId id="2147483850" r:id="rId29"/>
    <p:sldLayoutId id="2147483851" r:id="rId30"/>
    <p:sldLayoutId id="2147484064" r:id="rId31"/>
    <p:sldLayoutId id="2147484088" r:id="rId32"/>
    <p:sldLayoutId id="2147484089" r:id="rId33"/>
    <p:sldLayoutId id="2147484090" r:id="rId34"/>
    <p:sldLayoutId id="2147484091" r:id="rId35"/>
    <p:sldLayoutId id="2147483806" r:id="rId36"/>
    <p:sldLayoutId id="2147483844" r:id="rId37"/>
    <p:sldLayoutId id="2147484007" r:id="rId38"/>
    <p:sldLayoutId id="2147484072" r:id="rId39"/>
    <p:sldLayoutId id="2147484073" r:id="rId40"/>
    <p:sldLayoutId id="2147484076" r:id="rId41"/>
    <p:sldLayoutId id="2147484074" r:id="rId42"/>
    <p:sldLayoutId id="2147484075" r:id="rId43"/>
    <p:sldLayoutId id="2147483799" r:id="rId44"/>
    <p:sldLayoutId id="2147483800" r:id="rId45"/>
    <p:sldLayoutId id="2147484082" r:id="rId46"/>
    <p:sldLayoutId id="2147484008" r:id="rId47"/>
    <p:sldLayoutId id="2147484083" r:id="rId48"/>
    <p:sldLayoutId id="2147484087" r:id="rId49"/>
    <p:sldLayoutId id="2147483866" r:id="rId50"/>
    <p:sldLayoutId id="2147483865" r:id="rId51"/>
    <p:sldLayoutId id="2147484077" r:id="rId52"/>
    <p:sldLayoutId id="2147484078" r:id="rId53"/>
    <p:sldLayoutId id="2147484061" r:id="rId54"/>
    <p:sldLayoutId id="2147483880" r:id="rId55"/>
    <p:sldLayoutId id="2147484063" r:id="rId56"/>
    <p:sldLayoutId id="2147484067" r:id="rId57"/>
    <p:sldLayoutId id="2147483878" r:id="rId58"/>
    <p:sldLayoutId id="2147484069" r:id="rId59"/>
    <p:sldLayoutId id="2147484026" r:id="rId60"/>
    <p:sldLayoutId id="2147484015" r:id="rId61"/>
    <p:sldLayoutId id="2147483871" r:id="rId62"/>
    <p:sldLayoutId id="2147483869" r:id="rId63"/>
    <p:sldLayoutId id="2147483860" r:id="rId64"/>
    <p:sldLayoutId id="2147483868" r:id="rId65"/>
    <p:sldLayoutId id="2147483867" r:id="rId66"/>
    <p:sldLayoutId id="2147483818" r:id="rId67"/>
    <p:sldLayoutId id="2147484018" r:id="rId68"/>
    <p:sldLayoutId id="2147484079" r:id="rId69"/>
    <p:sldLayoutId id="2147484027" r:id="rId70"/>
    <p:sldLayoutId id="2147484070" r:id="rId71"/>
    <p:sldLayoutId id="2147484065" r:id="rId72"/>
    <p:sldLayoutId id="2147484066" r:id="rId73"/>
    <p:sldLayoutId id="2147483817" r:id="rId74"/>
    <p:sldLayoutId id="2147483855" r:id="rId75"/>
    <p:sldLayoutId id="2147484084" r:id="rId76"/>
    <p:sldLayoutId id="2147484080" r:id="rId77"/>
    <p:sldLayoutId id="2147484081" r:id="rId78"/>
    <p:sldLayoutId id="2147483876" r:id="rId7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52000" indent="-252000" algn="l" defTabSz="914400" rtl="0" eaLnBrk="1" latinLnBrk="0" hangingPunct="1">
        <a:lnSpc>
          <a:spcPct val="100000"/>
        </a:lnSpc>
        <a:spcBef>
          <a:spcPts val="500"/>
        </a:spcBef>
        <a:buFont typeface="+mj-lt"/>
        <a:buAutoNum type="arabicPeriod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504000" indent="-252000" algn="l" defTabSz="914400" rtl="0" eaLnBrk="1" latinLnBrk="0" hangingPunct="1">
        <a:lnSpc>
          <a:spcPct val="100000"/>
        </a:lnSpc>
        <a:spcBef>
          <a:spcPts val="200"/>
        </a:spcBef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20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52000" indent="0" algn="l" defTabSz="914400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600" b="1" i="0" kern="1200" baseline="0">
          <a:solidFill>
            <a:schemeClr val="tx1"/>
          </a:solidFill>
          <a:latin typeface="+mj-lt"/>
          <a:ea typeface="+mn-ea"/>
          <a:cs typeface="+mn-cs"/>
        </a:defRPr>
      </a:lvl7pPr>
      <a:lvl8pPr marL="504000" indent="-252000" algn="l" defTabSz="914400" rtl="0" eaLnBrk="1" latinLnBrk="0" hangingPunct="1">
        <a:lnSpc>
          <a:spcPct val="100000"/>
        </a:lnSpc>
        <a:spcBef>
          <a:spcPts val="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756000" indent="-252000" algn="l" defTabSz="914400" rtl="0" eaLnBrk="1" latinLnBrk="0" hangingPunct="1">
        <a:lnSpc>
          <a:spcPct val="100000"/>
        </a:lnSpc>
        <a:spcBef>
          <a:spcPts val="1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pos="211" userDrawn="1">
          <p15:clr>
            <a:srgbClr val="F26B43"/>
          </p15:clr>
        </p15:guide>
        <p15:guide id="11" orient="horz" pos="3816" userDrawn="1">
          <p15:clr>
            <a:srgbClr val="F26B43"/>
          </p15:clr>
        </p15:guide>
        <p15:guide id="12" pos="746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15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2D57E-F095-71E5-F6C4-D6AC8D09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B648B15F-B78E-418E-DEE6-54B6A403286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473" imgH="473" progId="TCLayout.ActiveDocument.1">
                  <p:embed/>
                </p:oleObj>
              </mc:Choice>
              <mc:Fallback>
                <p:oleObj name="think-cell Folie" r:id="rId3" imgW="473" imgH="473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B648B15F-B78E-418E-DEE6-54B6A40328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1615FE-03AD-9531-287A-B8EF6492F4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9AB55C7-27CF-DCE4-41A6-49B4FC08041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/>
              <a:t>Supporting title here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BDEBDBB-FD58-4499-562D-2BB7FAF859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/>
              <a:t>Körber 2025</a:t>
            </a:r>
            <a:br>
              <a:rPr lang="en-US" b="0"/>
            </a:br>
            <a:r>
              <a:rPr lang="en-US" b="0"/>
              <a:t>Template refresh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0891C-5C6A-3C34-6E82-25C3E1552D5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8075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9E252-54EB-5622-2689-AABE32B9CA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15BBE-AFA0-72CD-08EE-7A5C3BBC13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DF807-1C32-1907-07B2-E76D26AF0A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17BCE-A1CB-1099-1F1B-61EBC257AD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791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EB3F5E5-95F3-7286-4D79-A2D2AABE6A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BFE1D9-1A71-DBF2-C096-31D7983D1E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2564BF-C68F-E0C2-2557-6382FD22DB9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DB4D4-7E4B-2A5A-53F6-E8B33736293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0A0943-BD05-6A14-3795-D6DC6A2E96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CBB07C6-BA04-E1FB-E2CE-D9182062831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75014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02255264-DAB5-3BAE-6621-947A21040D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5243F3-6141-487C-DE0D-20E3F30898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44C95-BC08-0105-4C2D-5F39124E02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8C021C-1C1D-7BE8-FFCC-B10A2DAC1E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42AA4E-C380-B24A-9405-39DF7A678D1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087B86-5E8F-56A7-65AC-BDC374117D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0306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017EE8-8E55-53AB-5C76-811C78E01DE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F06064-39A4-D20E-878A-8DD14B494C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FA2AF-4EAE-3E7A-AB01-2C8C78A9667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EB448-9EF5-6E6F-CCC1-94179EA4DBA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E2A52-B4AA-87B9-94E0-C7545EF607D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BF86DB-29C9-CB87-5446-7F903B27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F51C21-92A0-0817-B00E-00A4F2CB18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3495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A839-A435-2DDF-DAD4-AF7646F51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717761-4AA6-F8D5-9343-CA2E526ECF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ED001-C767-CC67-5AB4-5AEF813EDA8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8885B-1F80-2006-9DCF-5DB1622626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154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57A39-6844-A4C3-06F2-02938B051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1C3E1-4193-2B12-58F2-6710E7BFDDB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9DB9A-DB54-3683-8F17-630A715D0BE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85501-3DBD-1814-2B76-F9398B63433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A19F0D-798F-0943-1BD3-45D69AB483B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940A34B-4411-087A-7F98-EFB0CD83C7A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8348F3-380C-BFBD-0ED5-F90B66848B8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4CF5298-72A2-752F-E2B3-C6D43307C20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346E25-67D1-4E03-F0D4-2092551F419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FBB302-6B53-53FE-C9EF-5F151AC30BB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1F1F4D-0DD8-899C-32C5-D137BEBFAC0B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BEF8B45-449A-5A1E-0533-5211A9A4ABC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BA553B8-8831-1898-3DEF-FC4143D5B88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6559A17-BEEF-3178-36B7-4C26F95C917F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DD4FFCF-31C1-A10C-0A4D-F65A940A924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950081E-18E1-31EA-B086-F00D7084897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98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9B1CABE-ABE7-06B6-32C7-46141168A0B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2D396-BECE-C727-D359-3A81812DD99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755FA-7194-4B7A-7B11-F1FC3D5353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16281E-1142-BE00-8DAB-8BD3DE39B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ED252-99E4-D727-EC7C-36D02DAC1C65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56B084-F02D-4E43-18D2-16C0792DA486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A160FE-BC6E-BA99-ACE2-2A33990518A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CF05D0-0A30-C5E2-2564-48F66D3FF79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7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E49DFA-F94A-6995-411A-AA0912E009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738AD-E10F-249A-0FCE-1984B1D1CBC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FB188B-5EA4-0B2D-1E1C-E27ED805EBC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43D049-613D-491F-918B-9A0E850F5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0E2710-977A-2B94-4FF7-69344CCD43B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2CCCE2-AD3A-60DA-4D4A-18A684BFB0B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67F21B7-9128-7490-BC9F-8BBB85CC695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925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628547-FC50-BBF2-0138-B34519F534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816E4-F335-0B4C-FBF0-97AD4B545E5F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0D87397-8421-941B-9108-19B32CCBC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86BA8B-A067-CCF4-F6C2-4F9AF53AEB1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D02B9ED-87F5-C9AB-ADBA-F2984382E16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42514C-E51D-676D-3F75-8B5D97394AA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29457-FB0A-EC07-16F9-2A204FCABD0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03D082-8469-9040-0EB5-F9179F9421B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C3A0B7F-4D3F-5D4A-C091-93D83DF6F436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0623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79CF7C-2B34-0090-8367-B406AEE716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45F575-7D1F-0712-AFAE-0B43C3EE1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9714E-17B7-5043-C21C-AD3A32A1267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2D72AD-0EDA-1483-0E58-BECB8EE0283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CAD562-36E2-24EE-D841-6235EA54D423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FD9454C-2392-0BAB-08E9-D18A1A33F10F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76BCE7-B1FF-856E-8290-2F96D344AB9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9410A3-F834-7382-5432-E5A095D82214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452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EBD2F7-874A-D8E0-3A84-4BCB8905A7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41828A-8FAC-920E-8992-CD52C366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070F6-614D-7671-207C-EDE1366B7C3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CF2C3-9C44-E344-FE3E-0850B6CFDB4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AA2DC25-D61B-E194-060B-DC809C855D2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CF3A15F-8BFD-39CC-0EC9-2E1C1B42E8E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B0D71B-BCB0-11F1-A4A3-87517308B84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0D5AF42-F0A9-5959-72B0-A08AA857C071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7631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B96786E-0698-8978-BA0B-8C2F14B0F6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62CFD-B9F7-D2BC-722B-1A31BCF2BF2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378FD-61EE-BB7E-F27D-C588AB620D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650540-78A0-3260-A7E1-A1F9ECFBB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0D057-DFF4-4F32-E62A-4AD576BBC0A3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894C83-3F5D-1D7B-5B15-D1FC14913A68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0168CA-1860-4436-B28B-A4336DBC3D1A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CD6D21-6199-E979-3FA3-E091CB67187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274721-5A43-CDCE-92DA-D6DD65F8E20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C15CEBB-42DC-CAED-BCB8-C1263E737490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7DE355D-8872-0A38-88FC-C96680B52A5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4628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E3482E7-941B-E40F-8D6D-4E3AD6648E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561583-37C3-79A7-DD95-114C96FCE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34B6C-90AA-0544-FC59-0EE6FDEE82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0CE762-FD88-B39F-A24B-BEA3BD00AD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B4B505-B243-57DE-5B3E-0545B9225FD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2AD71-C0B3-8337-AEB8-31D557D9AF18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977B1A6-217B-41F0-9DFC-F7E7553812ED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E6C4B7-4A86-D0EF-C4FD-FDF01914ED1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1AA6E7-74BE-A847-C106-5693EF221F6F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4F6732A-D3E2-92EE-81D9-2DA1453321EB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0163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F5BD7B5-DEF3-D867-E1A0-A6418F425E8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F280D-51D2-EA2F-66DF-E0458162518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037FD-7239-7416-D87B-FA6C9FE8E4F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9E6E6-0C94-134A-1D74-FE342D6ED71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CB03F6F-A407-44DC-93D7-8B2BE8858086}" type="datetime3">
              <a:rPr lang="en-US" smtClean="0"/>
              <a:pPr/>
              <a:t>10 November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1624F-7F2E-63F1-09B5-A087735C65E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C8B130B-FD02-DD2E-3448-88783913D9E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98213E-AC05-A340-0356-81FE7B8B523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03B6288-46B9-ED81-6294-6A442A6D7763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46B7586-56B2-2825-AD62-8C8A4B07DB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6D76A2A-AF89-BE1D-29A4-47E22EE75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9588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FE31B1-64D8-77A4-AFFA-15B7C197EAB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D2348-1CB8-7F56-49B8-3E0EF758544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A1E18D3-27F1-C040-DA79-ABC9D35499D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F4379-B970-6B23-8425-CF473B82DC7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C40D8E-F64E-9A2D-EAE1-F71519DA064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9291A1-846F-982D-E970-05A3FFB5B376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CB03F6F-A407-44DC-93D7-8B2BE8858086}" type="datetime3">
              <a:rPr lang="en-US" smtClean="0"/>
              <a:pPr/>
              <a:t>10 November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05E37C-93D8-D609-3235-BD5A7313E9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FF0D3A8-8996-AC24-502D-C2EA8452B450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4FD16F6-2A07-3B0D-0082-EA6B3D6782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41AA5FC-D8D2-8D93-9E7C-08B86096C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96480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4D715E-7DDD-B08D-AC36-D63CA0D8C53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926DC-1320-8C5B-83A0-BA72DC25BAA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06C21-DBF1-6822-785E-6681953A8C4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431D497-4E28-4932-98BB-A59C3F613285}" type="datetime3">
              <a:rPr lang="en-US" smtClean="0"/>
              <a:pPr/>
              <a:t>10 November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E4E5B-A5F0-C4AA-B09D-878D70B3638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37213-C332-0277-4ED8-DADB87E0B7F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265B0B8-CFED-9315-360D-491E51F75849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FABB8F-816E-B7E0-77FD-A7A24370985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D690AE7D-F8E6-8A33-276B-186E331E8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0942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BFE2BA-C9B1-0305-6B72-A44D48FB13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77F34D-2C5D-8E10-FB87-ECAE37D0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10C0E9-AC1A-4804-75A7-4BE756DE62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6E8EFC-BE0B-6734-6500-4F538EEA1B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5074D54-B0DD-C6D1-A13C-9C4032BEF286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1DA2866-1D7A-964D-98C3-4B6F826F44E8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8DF57D-7A1D-7310-A37E-C3E7F5DE414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B4740F-6D2A-BBD1-F365-2E231C79F75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8C70276-59A0-15F3-C14A-1E77FA3E19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512086-FF48-429E-306B-19217149D78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9384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298127-4BCD-05F0-918C-FA744DA1D4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4BE230-4CAF-2A7B-8484-077EEB42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7E8F99-225F-7C42-3CAA-DF8986322E1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E2273-74FA-D738-C18E-B9A68A4DE9B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A0CD7F5-672B-13C5-6BBF-3324E014D8A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E713022-B374-4254-B0BE-E217DDAD82B7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D821FF6-5A1C-B6EB-5A08-FDEC3D42A8F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7F814A0-CC8F-7361-0533-87007C430DF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5B17A76-BEE2-5981-7658-553BFB6E2E1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9AD45A-56F6-CA2D-F855-1995D047CD6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F5F7EA-28C3-4007-4857-CCE41B241C8D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17739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EE332C8-C3EC-BFB9-F04D-A65225E0F80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78B05-6D88-41D3-4746-277D0A34913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9E316-C10D-0E78-80A2-ECD3A842CD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FBB6CC-8E3D-3B96-C2F8-AA086B256D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6A4CECC-F306-2407-B93E-90A65D99C3AF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431D497-4E28-4932-98BB-A59C3F613285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6962168-CA62-2CB1-A398-5D1E6D9CEA0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03A17FD-0137-6F11-AFDA-A4DC5FEB189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4EC6471-3681-0768-5D98-4BB50E1E2454}"/>
              </a:ext>
            </a:extLst>
          </p:cNvPr>
          <p:cNvSpPr>
            <a:spLocks noGrp="1"/>
          </p:cNvSpPr>
          <p:nvPr>
            <p:ph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2329763-4861-CF98-1461-B0D546F0E8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51BC1BD-0176-0682-4296-6342791ED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8720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DC98C48-1ED2-A989-0ABC-322F15D5C062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2ABF7-ACF6-8C29-CBF6-E1D612A74DC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DC390-B05C-281B-852F-1486F761652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7E4083-8425-B8F8-463A-59729C76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456907-F720-19B0-8204-34A7CBCC43A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49EE736-9F80-9977-E046-EF7CC67A0F6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7A21B34-1F33-2A27-CDFB-F49A2BFEF21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AE3142E-7A13-4682-826D-0BF7C36C2B4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9B4E609-F627-6070-2782-C5D698036E3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63AE035-F7E6-BB04-6861-508E133880F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748A2D4-1426-1801-CA58-0DE503C60A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942A94C-25E6-DD51-929E-0285A7E984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6326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B7D67E0-F2A2-33CB-2244-01612BB682A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04E802-B5F0-A7F2-298B-C994F31CAA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2AEF4E-8DDD-BE80-EE59-2DA5264E7ABD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ECB03F6F-A407-44DC-93D7-8B2BE8858086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327A8-8CA9-7350-84F2-8E1B5A68DA2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96486E1-3210-44BC-4793-D0829804BF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8FD14B9-3C32-55D3-807C-E34157E24E42}"/>
              </a:ext>
            </a:extLst>
          </p:cNvPr>
          <p:cNvSpPr>
            <a:spLocks noGrp="1"/>
          </p:cNvSpPr>
          <p:nvPr>
            <p:ph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BF4A203-5A44-7BD9-0D45-7A6BFBB0A89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9C0791-1A0E-DE71-F370-8A6958049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122F18A-237F-8071-6546-723A76E56FE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950329A-F252-D060-67FE-3BC67E9530D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111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AC96CC-BA49-5829-1258-38A4249E3C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1A3F5-D9B4-1024-B3E2-BA801DA3AC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8E210-0EEA-7C59-19C5-47F4A62431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8854D8-E12A-1F4A-AB53-7ACBD585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85E6D9-C703-DA16-73CE-F3EA7B76F0F8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93AB43-FFB3-400A-ACC1-5336E446655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E0168CA-1860-4436-B28B-A4336DBC3D1A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DC1A0A-4F80-360D-EECE-2E72C18421B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748E21-BE94-7502-B34B-8361EE75ABC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436F64B-4C86-7640-8FDB-570A23B9B054}"/>
              </a:ext>
            </a:extLst>
          </p:cNvPr>
          <p:cNvSpPr>
            <a:spLocks noGrp="1"/>
          </p:cNvSpPr>
          <p:nvPr>
            <p:ph sz="quarter" idx="2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79FDE3-D00F-2298-B78D-B33757E6863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4114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AF2F701-0D3C-A656-6041-1EFA0827A11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06B06C-7A12-4A27-C076-B5C4B0206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1859B0-AD23-DCFC-6BB3-5E8E323797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8EE309-1E4B-49B9-2B83-DACAC89F16F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E1FE7C-E135-168B-EB83-37989C8157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41A438-F323-7192-6786-7911CB9A6185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977B1A6-217B-41F0-9DFC-F7E7553812ED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EC89C2-DE2D-8CE4-C4B7-0AB74ACAC8AB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5458EA-655D-953C-8E07-E66AC6FC1EE3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022726F4-0704-D3BB-A2D5-CE1AD34EC134}"/>
              </a:ext>
            </a:extLst>
          </p:cNvPr>
          <p:cNvSpPr>
            <a:spLocks noGrp="1"/>
          </p:cNvSpPr>
          <p:nvPr>
            <p:ph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7262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CADFE1-BBB7-4ABB-0CE8-60AEBDD88C3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16BE1-40D2-D02D-7C26-EA2D4D644BD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F1E931-F293-D51A-8516-A22393ADC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7C7012-A27E-6CEA-D177-0DB3F04C13AB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8F42FA97-B192-4CB4-AECC-A894A35CC21C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6CE4C2-0185-5F67-BFA3-D6A14898FE3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A82A4-DCCD-CDAD-8ACD-7E6144EE1382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F71AC3A6-2BF8-D7F0-2139-C8256F94FFF2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5408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EFE49-3522-9119-DD65-2915922F18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341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B2FD3F-21B2-4E2B-BE9A-89F4C5F431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8BB7E-5512-D4A7-F826-12D57361229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60D5B-3904-2C20-637D-C99A281746F6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1C820CB-2C77-4446-9F12-27CAF1CB6922}" type="datetime3">
              <a:rPr lang="en-US" smtClean="0"/>
              <a:t>10 November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5878C-CF1D-66C6-6D44-1673790250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6DD669-4A0E-EA58-1AF9-C1E2B9488B5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DFD027A-583C-4AF7-B0A0-37018ADEDA6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239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hWCzxofQL6FB0HCYwQk6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Koerber2025">
  <a:themeElements>
    <a:clrScheme name="Körber2020">
      <a:dk1>
        <a:sysClr val="windowText" lastClr="000000"/>
      </a:dk1>
      <a:lt1>
        <a:sysClr val="window" lastClr="FFFFFF"/>
      </a:lt1>
      <a:dk2>
        <a:srgbClr val="BFB8AF"/>
      </a:dk2>
      <a:lt2>
        <a:srgbClr val="E6E2DC"/>
      </a:lt2>
      <a:accent1>
        <a:srgbClr val="0060FF"/>
      </a:accent1>
      <a:accent2>
        <a:srgbClr val="BFB8AF"/>
      </a:accent2>
      <a:accent3>
        <a:srgbClr val="9D968D"/>
      </a:accent3>
      <a:accent4>
        <a:srgbClr val="FFE32F"/>
      </a:accent4>
      <a:accent5>
        <a:srgbClr val="FEC037"/>
      </a:accent5>
      <a:accent6>
        <a:srgbClr val="FE8623"/>
      </a:accent6>
      <a:hlink>
        <a:srgbClr val="0060FF"/>
      </a:hlink>
      <a:folHlink>
        <a:srgbClr val="0060FF"/>
      </a:folHlink>
    </a:clrScheme>
    <a:fontScheme name="Körber202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36000" tIns="36000" rIns="36000" bIns="36000" rtlCol="0" anchor="ctr"/>
      <a:lstStyle>
        <a:defPPr algn="ctr">
          <a:defRPr sz="1400" dirty="0" err="1" smtClean="0">
            <a:solidFill>
              <a:srgbClr val="FFFFFF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defRPr sz="1400" dirty="0" smtClean="0"/>
        </a:defPPr>
      </a:lstStyle>
    </a:txDef>
  </a:objectDefaults>
  <a:extraClrSchemeLst/>
  <a:custClrLst>
    <a:custClr name="Traffic Light Green">
      <a:srgbClr val="00A310"/>
    </a:custClr>
    <a:custClr name="Traffic Light Amber">
      <a:srgbClr val="FEC037"/>
    </a:custClr>
    <a:custClr name="Traffic Light Red">
      <a:srgbClr val="EE532E"/>
    </a:custClr>
    <a:custClr name="White">
      <a:srgbClr val="FFFFFF"/>
    </a:custClr>
    <a:custClr name="Error">
      <a:srgbClr val="CE3800"/>
    </a:custClr>
    <a:custClr name="Success">
      <a:srgbClr val="00800D"/>
    </a:custClr>
    <a:custClr name="White">
      <a:srgbClr val="FFFFFF"/>
    </a:custClr>
    <a:custClr name="Markup Cyan">
      <a:srgbClr val="00FFFF"/>
    </a:custClr>
    <a:custClr name="Markup Magenta">
      <a:srgbClr val="FF00FF"/>
    </a:custClr>
    <a:custClr name="Markup Lime">
      <a:srgbClr val="00FF00"/>
    </a:custClr>
    <a:custClr name="Körber Blue">
      <a:srgbClr val="0060FF"/>
    </a:custClr>
    <a:custClr name="Körber White">
      <a:srgbClr val="FFFFFF"/>
    </a:custClr>
    <a:custClr name="Körber Gray 01">
      <a:srgbClr val="F5F3F1"/>
    </a:custClr>
    <a:custClr name="Körber Gray 02">
      <a:srgbClr val="E6E2DC"/>
    </a:custClr>
    <a:custClr name="Körber Gray 03">
      <a:srgbClr val="BFB8AF"/>
    </a:custClr>
    <a:custClr name="Körber Gray 04">
      <a:srgbClr val="9D968D"/>
    </a:custClr>
    <a:custClr name="Körber Black">
      <a:srgbClr val="000000"/>
    </a:custClr>
    <a:custClr name="Körber Yellow">
      <a:srgbClr val="FFE32F"/>
    </a:custClr>
    <a:custClr name="Körber Light Orange">
      <a:srgbClr val="FEC037"/>
    </a:custClr>
    <a:custClr name="Körber Orange">
      <a:srgbClr val="FE8623"/>
    </a:custClr>
  </a:custClrLst>
  <a:extLst>
    <a:ext uri="{05A4C25C-085E-4340-85A3-A5531E510DB2}">
      <thm15:themeFamily xmlns:thm15="http://schemas.microsoft.com/office/thememl/2012/main" name="20251022_PPT_Master_Template.pptx" id="{78415447-78BF-46CF-AB3B-9FB0EEA59E0D}" vid="{D4D55B85-348B-43F6-88F1-9CD3C3C1A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F5ABDF528EFC43A0619635D4C6D96B" ma:contentTypeVersion="14" ma:contentTypeDescription="Create a new document." ma:contentTypeScope="" ma:versionID="f959b3429b9df458b81ca087c611bbf7">
  <xsd:schema xmlns:xsd="http://www.w3.org/2001/XMLSchema" xmlns:xs="http://www.w3.org/2001/XMLSchema" xmlns:p="http://schemas.microsoft.com/office/2006/metadata/properties" xmlns:ns2="67a0a844-c889-4af4-add2-90867fce7b52" xmlns:ns3="d95d6a36-7d53-4e58-a163-525d39abd5e7" targetNamespace="http://schemas.microsoft.com/office/2006/metadata/properties" ma:root="true" ma:fieldsID="5a03ef14d7cf6af83089092d65e50f86" ns2:_="" ns3:_="">
    <xsd:import namespace="67a0a844-c889-4af4-add2-90867fce7b52"/>
    <xsd:import namespace="d95d6a36-7d53-4e58-a163-525d39abd5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Owne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a0a844-c889-4af4-add2-90867fce7b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d643c87-8475-4bb8-9a4c-73f2453193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Owner" ma:index="17" nillable="true" ma:displayName="Owner" ma:description="Who is owner/ contact person or group for this file?" ma:format="Dropdown" ma:list="UserInfo" ma:SharePointGroup="0" ma:internalName="Owner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5d6a36-7d53-4e58-a163-525d39abd5e7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a7622b2e-458d-44d6-b277-30dc517fb09c}" ma:internalName="TaxCatchAll" ma:showField="CatchAllData" ma:web="d95d6a36-7d53-4e58-a163-525d39abd5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95d6a36-7d53-4e58-a163-525d39abd5e7" xsi:nil="true"/>
    <lcf76f155ced4ddcb4097134ff3c332f xmlns="67a0a844-c889-4af4-add2-90867fce7b52">
      <Terms xmlns="http://schemas.microsoft.com/office/infopath/2007/PartnerControls"/>
    </lcf76f155ced4ddcb4097134ff3c332f>
    <Owner xmlns="67a0a844-c889-4af4-add2-90867fce7b52">
      <UserInfo>
        <DisplayName/>
        <AccountId xsi:nil="true"/>
        <AccountType/>
      </UserInfo>
    </Owner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B3497D1-CAB6-425A-B130-DD16E5D4FF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7a0a844-c889-4af4-add2-90867fce7b52"/>
    <ds:schemaRef ds:uri="d95d6a36-7d53-4e58-a163-525d39abd5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43D2CA-3330-442D-95A4-03EC30E4003D}">
  <ds:schemaRefs>
    <ds:schemaRef ds:uri="http://schemas.microsoft.com/office/infopath/2007/PartnerControls"/>
    <ds:schemaRef ds:uri="http://purl.org/dc/elements/1.1/"/>
    <ds:schemaRef ds:uri="fe1b8a00-75b3-4ccf-8833-ca3682896ad7"/>
    <ds:schemaRef ds:uri="http://schemas.openxmlformats.org/package/2006/metadata/core-properties"/>
    <ds:schemaRef ds:uri="0de3c8c5-f13d-49cc-9dd8-0869e0ab27b1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purl.org/dc/terms/"/>
    <ds:schemaRef ds:uri="d95d6a36-7d53-4e58-a163-525d39abd5e7"/>
    <ds:schemaRef ds:uri="67a0a844-c889-4af4-add2-90867fce7b52"/>
  </ds:schemaRefs>
</ds:datastoreItem>
</file>

<file path=customXml/itemProps3.xml><?xml version="1.0" encoding="utf-8"?>
<ds:datastoreItem xmlns:ds="http://schemas.openxmlformats.org/officeDocument/2006/customXml" ds:itemID="{9A2F2099-A5C5-4F91-BEF5-FEB66A3ECD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Körber 2025 PPT Template Master V2.0</Template>
  <TotalTime>0</TotalTime>
  <Words>50</Words>
  <Application>Microsoft Office PowerPoint</Application>
  <PresentationFormat>Widescreen</PresentationFormat>
  <Paragraphs>44</Paragraphs>
  <Slides>27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Aeonik</vt:lpstr>
      <vt:lpstr>Arial</vt:lpstr>
      <vt:lpstr>Arial Black</vt:lpstr>
      <vt:lpstr>Symbol</vt:lpstr>
      <vt:lpstr>Koerber2025</vt:lpstr>
      <vt:lpstr>think-cell Folie</vt:lpstr>
      <vt:lpstr>Körber 2025 Template refresh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Koerber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 Winter</dc:creator>
  <cp:keywords/>
  <cp:lastModifiedBy>Niklas Winter</cp:lastModifiedBy>
  <cp:revision>1</cp:revision>
  <dcterms:created xsi:type="dcterms:W3CDTF">2025-11-10T09:44:57Z</dcterms:created>
  <dcterms:modified xsi:type="dcterms:W3CDTF">2025-11-10T09:48:13Z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0x0101004FF5ABDF528EFC43A0619635D4C6D96B</vt:lpwstr>
  </property>
  <property fmtid="{D5CDD505-2E9C-101B-9397-08002B2CF9AE}" pid="3" name="MediaServiceImageTags">
    <vt:lpwstr/>
  </property>
</Properties>
</file>